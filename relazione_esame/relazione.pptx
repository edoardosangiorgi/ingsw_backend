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72" r:id="rId1"/>
  </p:sldMasterIdLst>
  <p:notesMasterIdLst>
    <p:notesMasterId r:id="rId13"/>
  </p:notesMasterIdLst>
  <p:sldIdLst>
    <p:sldId id="259" r:id="rId2"/>
    <p:sldId id="258" r:id="rId3"/>
    <p:sldId id="260" r:id="rId4"/>
    <p:sldId id="261" r:id="rId5"/>
    <p:sldId id="262" r:id="rId6"/>
    <p:sldId id="263" r:id="rId7"/>
    <p:sldId id="268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75"/>
  </p:normalViewPr>
  <p:slideViewPr>
    <p:cSldViewPr snapToGrid="0">
      <p:cViewPr varScale="1">
        <p:scale>
          <a:sx n="93" d="100"/>
          <a:sy n="93" d="100"/>
        </p:scale>
        <p:origin x="21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4A8F35-4294-4CF2-AA56-8776A422376D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05E193-5542-4B6C-BF02-8DC5591FFB3A}">
      <dgm:prSet/>
      <dgm:spPr/>
      <dgm:t>
        <a:bodyPr/>
        <a:lstStyle/>
        <a:p>
          <a:r>
            <a:rPr lang="it-IT"/>
            <a:t>Mantuano Francesco – Analista </a:t>
          </a:r>
          <a:endParaRPr lang="en-US"/>
        </a:p>
      </dgm:t>
    </dgm:pt>
    <dgm:pt modelId="{3AD79A43-B05A-4FA1-A577-E2090C1B54C6}" type="parTrans" cxnId="{99E1E4EA-ECB1-4D36-8732-9077C2A5F79F}">
      <dgm:prSet/>
      <dgm:spPr/>
      <dgm:t>
        <a:bodyPr/>
        <a:lstStyle/>
        <a:p>
          <a:endParaRPr lang="en-US"/>
        </a:p>
      </dgm:t>
    </dgm:pt>
    <dgm:pt modelId="{71FA014B-7953-4C92-AC6C-6A6B31DA9F88}" type="sibTrans" cxnId="{99E1E4EA-ECB1-4D36-8732-9077C2A5F79F}">
      <dgm:prSet/>
      <dgm:spPr/>
      <dgm:t>
        <a:bodyPr/>
        <a:lstStyle/>
        <a:p>
          <a:endParaRPr lang="en-US"/>
        </a:p>
      </dgm:t>
    </dgm:pt>
    <dgm:pt modelId="{E32F4549-52F1-4E9E-BCB8-6C3E26812DAF}">
      <dgm:prSet/>
      <dgm:spPr/>
      <dgm:t>
        <a:bodyPr/>
        <a:lstStyle/>
        <a:p>
          <a:r>
            <a:rPr lang="it-IT"/>
            <a:t>Sangiorgi Edoardo – Arch </a:t>
          </a:r>
          <a:endParaRPr lang="en-US"/>
        </a:p>
      </dgm:t>
    </dgm:pt>
    <dgm:pt modelId="{B561A388-35B0-4942-A56C-6DED170289C5}" type="parTrans" cxnId="{4A9A577F-B306-44CB-840E-ABF699A3D16C}">
      <dgm:prSet/>
      <dgm:spPr/>
      <dgm:t>
        <a:bodyPr/>
        <a:lstStyle/>
        <a:p>
          <a:endParaRPr lang="en-US"/>
        </a:p>
      </dgm:t>
    </dgm:pt>
    <dgm:pt modelId="{F4696FD2-3AF5-45CF-AA1E-A04C5F058727}" type="sibTrans" cxnId="{4A9A577F-B306-44CB-840E-ABF699A3D16C}">
      <dgm:prSet/>
      <dgm:spPr/>
      <dgm:t>
        <a:bodyPr/>
        <a:lstStyle/>
        <a:p>
          <a:endParaRPr lang="en-US"/>
        </a:p>
      </dgm:t>
    </dgm:pt>
    <dgm:pt modelId="{AE02D6DC-4EBD-486F-B07F-805A1D0005E3}">
      <dgm:prSet/>
      <dgm:spPr/>
      <dgm:t>
        <a:bodyPr/>
        <a:lstStyle/>
        <a:p>
          <a:r>
            <a:rPr lang="it-IT"/>
            <a:t>Diglio Angelo – QA</a:t>
          </a:r>
          <a:endParaRPr lang="en-US"/>
        </a:p>
      </dgm:t>
    </dgm:pt>
    <dgm:pt modelId="{3910740B-67B3-48ED-8201-75FE944CA900}" type="parTrans" cxnId="{14BDC87D-F3CC-4969-B6AE-95F337BCB4DD}">
      <dgm:prSet/>
      <dgm:spPr/>
      <dgm:t>
        <a:bodyPr/>
        <a:lstStyle/>
        <a:p>
          <a:endParaRPr lang="en-US"/>
        </a:p>
      </dgm:t>
    </dgm:pt>
    <dgm:pt modelId="{E5FBF1CD-DE89-4A34-BD4E-E52A637836E8}" type="sibTrans" cxnId="{14BDC87D-F3CC-4969-B6AE-95F337BCB4DD}">
      <dgm:prSet/>
      <dgm:spPr/>
      <dgm:t>
        <a:bodyPr/>
        <a:lstStyle/>
        <a:p>
          <a:endParaRPr lang="en-US"/>
        </a:p>
      </dgm:t>
    </dgm:pt>
    <dgm:pt modelId="{D0E78BC4-176A-467D-98E2-323B3615C5FE}">
      <dgm:prSet/>
      <dgm:spPr/>
      <dgm:t>
        <a:bodyPr/>
        <a:lstStyle/>
        <a:p>
          <a:r>
            <a:rPr lang="it-IT"/>
            <a:t>Valenti Andrea – QA </a:t>
          </a:r>
          <a:endParaRPr lang="en-US"/>
        </a:p>
      </dgm:t>
    </dgm:pt>
    <dgm:pt modelId="{72102104-6B04-49E3-8E39-1094E836F8B9}" type="parTrans" cxnId="{3CCD98C0-7CC6-46C3-AA5F-6E1F333CA832}">
      <dgm:prSet/>
      <dgm:spPr/>
      <dgm:t>
        <a:bodyPr/>
        <a:lstStyle/>
        <a:p>
          <a:endParaRPr lang="en-US"/>
        </a:p>
      </dgm:t>
    </dgm:pt>
    <dgm:pt modelId="{72B4670C-3249-4135-BF02-E0AB55D1231D}" type="sibTrans" cxnId="{3CCD98C0-7CC6-46C3-AA5F-6E1F333CA832}">
      <dgm:prSet/>
      <dgm:spPr/>
      <dgm:t>
        <a:bodyPr/>
        <a:lstStyle/>
        <a:p>
          <a:endParaRPr lang="en-US"/>
        </a:p>
      </dgm:t>
    </dgm:pt>
    <dgm:pt modelId="{BE172DB1-8B77-430E-AA48-0E8001C7950A}">
      <dgm:prSet/>
      <dgm:spPr/>
      <dgm:t>
        <a:bodyPr/>
        <a:lstStyle/>
        <a:p>
          <a:r>
            <a:rPr lang="it-IT" dirty="0"/>
            <a:t>Panarello Giulia – UX e UI Design</a:t>
          </a:r>
          <a:endParaRPr lang="en-US" dirty="0"/>
        </a:p>
      </dgm:t>
    </dgm:pt>
    <dgm:pt modelId="{433448AB-C5A7-4869-A14C-E4787F9E911D}" type="parTrans" cxnId="{8F877A16-6DB7-4D50-9831-1C68B09371F8}">
      <dgm:prSet/>
      <dgm:spPr/>
      <dgm:t>
        <a:bodyPr/>
        <a:lstStyle/>
        <a:p>
          <a:endParaRPr lang="en-US"/>
        </a:p>
      </dgm:t>
    </dgm:pt>
    <dgm:pt modelId="{CDA2A0AC-4AB3-4113-8387-4E25393847CB}" type="sibTrans" cxnId="{8F877A16-6DB7-4D50-9831-1C68B09371F8}">
      <dgm:prSet/>
      <dgm:spPr/>
      <dgm:t>
        <a:bodyPr/>
        <a:lstStyle/>
        <a:p>
          <a:endParaRPr lang="en-US"/>
        </a:p>
      </dgm:t>
    </dgm:pt>
    <dgm:pt modelId="{3B991018-ED56-194B-8075-CDA40CF01956}" type="pres">
      <dgm:prSet presAssocID="{DE4A8F35-4294-4CF2-AA56-8776A422376D}" presName="compositeShape" presStyleCnt="0">
        <dgm:presLayoutVars>
          <dgm:chMax val="7"/>
          <dgm:dir/>
          <dgm:resizeHandles val="exact"/>
        </dgm:presLayoutVars>
      </dgm:prSet>
      <dgm:spPr/>
    </dgm:pt>
    <dgm:pt modelId="{4098DA65-EC24-8C4C-85B5-FF62E7749B32}" type="pres">
      <dgm:prSet presAssocID="{DE4A8F35-4294-4CF2-AA56-8776A422376D}" presName="wedge1" presStyleLbl="node1" presStyleIdx="0" presStyleCnt="5"/>
      <dgm:spPr/>
    </dgm:pt>
    <dgm:pt modelId="{11F14D9B-FFCB-3346-82D4-D9DDBACCC9A5}" type="pres">
      <dgm:prSet presAssocID="{DE4A8F35-4294-4CF2-AA56-8776A422376D}" presName="dummy1a" presStyleCnt="0"/>
      <dgm:spPr/>
    </dgm:pt>
    <dgm:pt modelId="{836FE54A-DD36-ED4F-A75F-FA0D72497883}" type="pres">
      <dgm:prSet presAssocID="{DE4A8F35-4294-4CF2-AA56-8776A422376D}" presName="dummy1b" presStyleCnt="0"/>
      <dgm:spPr/>
    </dgm:pt>
    <dgm:pt modelId="{66E1A4EE-6546-8C4D-A0AB-BC872B2F9720}" type="pres">
      <dgm:prSet presAssocID="{DE4A8F35-4294-4CF2-AA56-8776A422376D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28B42334-C8FA-294B-8006-D3F5D210051E}" type="pres">
      <dgm:prSet presAssocID="{DE4A8F35-4294-4CF2-AA56-8776A422376D}" presName="wedge2" presStyleLbl="node1" presStyleIdx="1" presStyleCnt="5"/>
      <dgm:spPr/>
    </dgm:pt>
    <dgm:pt modelId="{826E87DB-13D9-CD44-B7C7-D9C30B2469F9}" type="pres">
      <dgm:prSet presAssocID="{DE4A8F35-4294-4CF2-AA56-8776A422376D}" presName="dummy2a" presStyleCnt="0"/>
      <dgm:spPr/>
    </dgm:pt>
    <dgm:pt modelId="{7548AD34-4652-1D40-83F3-30F9D0975EAF}" type="pres">
      <dgm:prSet presAssocID="{DE4A8F35-4294-4CF2-AA56-8776A422376D}" presName="dummy2b" presStyleCnt="0"/>
      <dgm:spPr/>
    </dgm:pt>
    <dgm:pt modelId="{9A62F0E9-5A04-924E-8FBF-CE14B61FB379}" type="pres">
      <dgm:prSet presAssocID="{DE4A8F35-4294-4CF2-AA56-8776A422376D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5C7CF97-D48C-4B4E-99B2-8F2B47B5DED1}" type="pres">
      <dgm:prSet presAssocID="{DE4A8F35-4294-4CF2-AA56-8776A422376D}" presName="wedge3" presStyleLbl="node1" presStyleIdx="2" presStyleCnt="5"/>
      <dgm:spPr/>
    </dgm:pt>
    <dgm:pt modelId="{15B348ED-ED05-1147-A77A-2EF588E119A6}" type="pres">
      <dgm:prSet presAssocID="{DE4A8F35-4294-4CF2-AA56-8776A422376D}" presName="dummy3a" presStyleCnt="0"/>
      <dgm:spPr/>
    </dgm:pt>
    <dgm:pt modelId="{666EF316-286A-7245-A1DB-EDA3CD1FF4B6}" type="pres">
      <dgm:prSet presAssocID="{DE4A8F35-4294-4CF2-AA56-8776A422376D}" presName="dummy3b" presStyleCnt="0"/>
      <dgm:spPr/>
    </dgm:pt>
    <dgm:pt modelId="{F5A1615D-4C05-DB40-B172-A99A96A54263}" type="pres">
      <dgm:prSet presAssocID="{DE4A8F35-4294-4CF2-AA56-8776A422376D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635F041E-BC9B-F64C-B9F7-BA64E3475463}" type="pres">
      <dgm:prSet presAssocID="{DE4A8F35-4294-4CF2-AA56-8776A422376D}" presName="wedge4" presStyleLbl="node1" presStyleIdx="3" presStyleCnt="5"/>
      <dgm:spPr/>
    </dgm:pt>
    <dgm:pt modelId="{F64498DB-0798-1B44-96CD-296A2D1F1F40}" type="pres">
      <dgm:prSet presAssocID="{DE4A8F35-4294-4CF2-AA56-8776A422376D}" presName="dummy4a" presStyleCnt="0"/>
      <dgm:spPr/>
    </dgm:pt>
    <dgm:pt modelId="{E1DA23F6-4F10-0E49-9AD0-3319ED20E3F2}" type="pres">
      <dgm:prSet presAssocID="{DE4A8F35-4294-4CF2-AA56-8776A422376D}" presName="dummy4b" presStyleCnt="0"/>
      <dgm:spPr/>
    </dgm:pt>
    <dgm:pt modelId="{76428AB2-F7D7-8A41-9766-BBDF22642F99}" type="pres">
      <dgm:prSet presAssocID="{DE4A8F35-4294-4CF2-AA56-8776A422376D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47EB4EC4-B65E-894E-94A0-5C33C9E380D5}" type="pres">
      <dgm:prSet presAssocID="{DE4A8F35-4294-4CF2-AA56-8776A422376D}" presName="wedge5" presStyleLbl="node1" presStyleIdx="4" presStyleCnt="5"/>
      <dgm:spPr/>
    </dgm:pt>
    <dgm:pt modelId="{196071CA-8BD9-C042-B76E-8CEC63D4D722}" type="pres">
      <dgm:prSet presAssocID="{DE4A8F35-4294-4CF2-AA56-8776A422376D}" presName="dummy5a" presStyleCnt="0"/>
      <dgm:spPr/>
    </dgm:pt>
    <dgm:pt modelId="{8C0637F4-9B2D-764B-A67C-058E97FEF8CD}" type="pres">
      <dgm:prSet presAssocID="{DE4A8F35-4294-4CF2-AA56-8776A422376D}" presName="dummy5b" presStyleCnt="0"/>
      <dgm:spPr/>
    </dgm:pt>
    <dgm:pt modelId="{580D85CD-8553-C642-9572-59A09244F423}" type="pres">
      <dgm:prSet presAssocID="{DE4A8F35-4294-4CF2-AA56-8776A422376D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1C0281BA-EA03-2E4E-A2DD-3B06C0A1DBFF}" type="pres">
      <dgm:prSet presAssocID="{71FA014B-7953-4C92-AC6C-6A6B31DA9F88}" presName="arrowWedge1" presStyleLbl="fgSibTrans2D1" presStyleIdx="0" presStyleCnt="5"/>
      <dgm:spPr/>
    </dgm:pt>
    <dgm:pt modelId="{2B9313CC-D82E-E04D-B1F9-2F059ECA7E00}" type="pres">
      <dgm:prSet presAssocID="{F4696FD2-3AF5-45CF-AA1E-A04C5F058727}" presName="arrowWedge2" presStyleLbl="fgSibTrans2D1" presStyleIdx="1" presStyleCnt="5"/>
      <dgm:spPr/>
    </dgm:pt>
    <dgm:pt modelId="{EEC540BD-8161-414A-AAAE-60BD123B985A}" type="pres">
      <dgm:prSet presAssocID="{E5FBF1CD-DE89-4A34-BD4E-E52A637836E8}" presName="arrowWedge3" presStyleLbl="fgSibTrans2D1" presStyleIdx="2" presStyleCnt="5"/>
      <dgm:spPr/>
    </dgm:pt>
    <dgm:pt modelId="{A580A68D-1A1C-9C49-99A0-F6108AAF4972}" type="pres">
      <dgm:prSet presAssocID="{72B4670C-3249-4135-BF02-E0AB55D1231D}" presName="arrowWedge4" presStyleLbl="fgSibTrans2D1" presStyleIdx="3" presStyleCnt="5"/>
      <dgm:spPr/>
    </dgm:pt>
    <dgm:pt modelId="{C9597819-8EF7-8643-B555-A70A1722928F}" type="pres">
      <dgm:prSet presAssocID="{CDA2A0AC-4AB3-4113-8387-4E25393847CB}" presName="arrowWedge5" presStyleLbl="fgSibTrans2D1" presStyleIdx="4" presStyleCnt="5"/>
      <dgm:spPr/>
    </dgm:pt>
  </dgm:ptLst>
  <dgm:cxnLst>
    <dgm:cxn modelId="{5CF97002-F55E-0B48-8F82-3F3EF940DF12}" type="presOf" srcId="{3005E193-5542-4B6C-BF02-8DC5591FFB3A}" destId="{66E1A4EE-6546-8C4D-A0AB-BC872B2F9720}" srcOrd="1" destOrd="0" presId="urn:microsoft.com/office/officeart/2005/8/layout/cycle8"/>
    <dgm:cxn modelId="{8F877A16-6DB7-4D50-9831-1C68B09371F8}" srcId="{DE4A8F35-4294-4CF2-AA56-8776A422376D}" destId="{BE172DB1-8B77-430E-AA48-0E8001C7950A}" srcOrd="4" destOrd="0" parTransId="{433448AB-C5A7-4869-A14C-E4787F9E911D}" sibTransId="{CDA2A0AC-4AB3-4113-8387-4E25393847CB}"/>
    <dgm:cxn modelId="{C6D47C1F-E921-CD45-BE40-53CAD5F372D9}" type="presOf" srcId="{BE172DB1-8B77-430E-AA48-0E8001C7950A}" destId="{47EB4EC4-B65E-894E-94A0-5C33C9E380D5}" srcOrd="0" destOrd="0" presId="urn:microsoft.com/office/officeart/2005/8/layout/cycle8"/>
    <dgm:cxn modelId="{22D38940-6B96-8E42-A30D-FF0C0FEBF96D}" type="presOf" srcId="{D0E78BC4-176A-467D-98E2-323B3615C5FE}" destId="{635F041E-BC9B-F64C-B9F7-BA64E3475463}" srcOrd="0" destOrd="0" presId="urn:microsoft.com/office/officeart/2005/8/layout/cycle8"/>
    <dgm:cxn modelId="{5D5A4F48-E22C-8C43-B510-DAC84D5B2203}" type="presOf" srcId="{DE4A8F35-4294-4CF2-AA56-8776A422376D}" destId="{3B991018-ED56-194B-8075-CDA40CF01956}" srcOrd="0" destOrd="0" presId="urn:microsoft.com/office/officeart/2005/8/layout/cycle8"/>
    <dgm:cxn modelId="{14BDC87D-F3CC-4969-B6AE-95F337BCB4DD}" srcId="{DE4A8F35-4294-4CF2-AA56-8776A422376D}" destId="{AE02D6DC-4EBD-486F-B07F-805A1D0005E3}" srcOrd="2" destOrd="0" parTransId="{3910740B-67B3-48ED-8201-75FE944CA900}" sibTransId="{E5FBF1CD-DE89-4A34-BD4E-E52A637836E8}"/>
    <dgm:cxn modelId="{4A9A577F-B306-44CB-840E-ABF699A3D16C}" srcId="{DE4A8F35-4294-4CF2-AA56-8776A422376D}" destId="{E32F4549-52F1-4E9E-BCB8-6C3E26812DAF}" srcOrd="1" destOrd="0" parTransId="{B561A388-35B0-4942-A56C-6DED170289C5}" sibTransId="{F4696FD2-3AF5-45CF-AA1E-A04C5F058727}"/>
    <dgm:cxn modelId="{C04844B3-CF98-5244-A1C5-9D91248B6867}" type="presOf" srcId="{3005E193-5542-4B6C-BF02-8DC5591FFB3A}" destId="{4098DA65-EC24-8C4C-85B5-FF62E7749B32}" srcOrd="0" destOrd="0" presId="urn:microsoft.com/office/officeart/2005/8/layout/cycle8"/>
    <dgm:cxn modelId="{321BD4B3-DA5A-D449-B4F9-1B893F5FC364}" type="presOf" srcId="{AE02D6DC-4EBD-486F-B07F-805A1D0005E3}" destId="{F5A1615D-4C05-DB40-B172-A99A96A54263}" srcOrd="1" destOrd="0" presId="urn:microsoft.com/office/officeart/2005/8/layout/cycle8"/>
    <dgm:cxn modelId="{7F47D5B4-E59C-CA4C-A3B4-16FE59F124D3}" type="presOf" srcId="{E32F4549-52F1-4E9E-BCB8-6C3E26812DAF}" destId="{28B42334-C8FA-294B-8006-D3F5D210051E}" srcOrd="0" destOrd="0" presId="urn:microsoft.com/office/officeart/2005/8/layout/cycle8"/>
    <dgm:cxn modelId="{3CCD98C0-7CC6-46C3-AA5F-6E1F333CA832}" srcId="{DE4A8F35-4294-4CF2-AA56-8776A422376D}" destId="{D0E78BC4-176A-467D-98E2-323B3615C5FE}" srcOrd="3" destOrd="0" parTransId="{72102104-6B04-49E3-8E39-1094E836F8B9}" sibTransId="{72B4670C-3249-4135-BF02-E0AB55D1231D}"/>
    <dgm:cxn modelId="{DE693ACC-3D1E-E74C-ADED-DD0DAB8E526F}" type="presOf" srcId="{D0E78BC4-176A-467D-98E2-323B3615C5FE}" destId="{76428AB2-F7D7-8A41-9766-BBDF22642F99}" srcOrd="1" destOrd="0" presId="urn:microsoft.com/office/officeart/2005/8/layout/cycle8"/>
    <dgm:cxn modelId="{F319D9CD-56A7-354D-B6D3-CE8F79D014B1}" type="presOf" srcId="{AE02D6DC-4EBD-486F-B07F-805A1D0005E3}" destId="{75C7CF97-D48C-4B4E-99B2-8F2B47B5DED1}" srcOrd="0" destOrd="0" presId="urn:microsoft.com/office/officeart/2005/8/layout/cycle8"/>
    <dgm:cxn modelId="{C77CF4E2-9189-0A41-9E0E-281CD9081156}" type="presOf" srcId="{E32F4549-52F1-4E9E-BCB8-6C3E26812DAF}" destId="{9A62F0E9-5A04-924E-8FBF-CE14B61FB379}" srcOrd="1" destOrd="0" presId="urn:microsoft.com/office/officeart/2005/8/layout/cycle8"/>
    <dgm:cxn modelId="{139D41E6-F7B3-E346-8909-2858EC3525CF}" type="presOf" srcId="{BE172DB1-8B77-430E-AA48-0E8001C7950A}" destId="{580D85CD-8553-C642-9572-59A09244F423}" srcOrd="1" destOrd="0" presId="urn:microsoft.com/office/officeart/2005/8/layout/cycle8"/>
    <dgm:cxn modelId="{99E1E4EA-ECB1-4D36-8732-9077C2A5F79F}" srcId="{DE4A8F35-4294-4CF2-AA56-8776A422376D}" destId="{3005E193-5542-4B6C-BF02-8DC5591FFB3A}" srcOrd="0" destOrd="0" parTransId="{3AD79A43-B05A-4FA1-A577-E2090C1B54C6}" sibTransId="{71FA014B-7953-4C92-AC6C-6A6B31DA9F88}"/>
    <dgm:cxn modelId="{0E2057A0-6989-1645-B50C-619DABFF84DA}" type="presParOf" srcId="{3B991018-ED56-194B-8075-CDA40CF01956}" destId="{4098DA65-EC24-8C4C-85B5-FF62E7749B32}" srcOrd="0" destOrd="0" presId="urn:microsoft.com/office/officeart/2005/8/layout/cycle8"/>
    <dgm:cxn modelId="{2783D379-30DF-734B-94DA-9283EDCB6078}" type="presParOf" srcId="{3B991018-ED56-194B-8075-CDA40CF01956}" destId="{11F14D9B-FFCB-3346-82D4-D9DDBACCC9A5}" srcOrd="1" destOrd="0" presId="urn:microsoft.com/office/officeart/2005/8/layout/cycle8"/>
    <dgm:cxn modelId="{089AA8E6-E5B5-B240-ACC1-D28F27C50E5D}" type="presParOf" srcId="{3B991018-ED56-194B-8075-CDA40CF01956}" destId="{836FE54A-DD36-ED4F-A75F-FA0D72497883}" srcOrd="2" destOrd="0" presId="urn:microsoft.com/office/officeart/2005/8/layout/cycle8"/>
    <dgm:cxn modelId="{822CD313-5EF3-8641-B802-3A47E89B6502}" type="presParOf" srcId="{3B991018-ED56-194B-8075-CDA40CF01956}" destId="{66E1A4EE-6546-8C4D-A0AB-BC872B2F9720}" srcOrd="3" destOrd="0" presId="urn:microsoft.com/office/officeart/2005/8/layout/cycle8"/>
    <dgm:cxn modelId="{6FD138CD-DAAF-1049-AEA9-3ED65A954FE5}" type="presParOf" srcId="{3B991018-ED56-194B-8075-CDA40CF01956}" destId="{28B42334-C8FA-294B-8006-D3F5D210051E}" srcOrd="4" destOrd="0" presId="urn:microsoft.com/office/officeart/2005/8/layout/cycle8"/>
    <dgm:cxn modelId="{F79AB562-8379-D946-BEF0-9E043DC25AD8}" type="presParOf" srcId="{3B991018-ED56-194B-8075-CDA40CF01956}" destId="{826E87DB-13D9-CD44-B7C7-D9C30B2469F9}" srcOrd="5" destOrd="0" presId="urn:microsoft.com/office/officeart/2005/8/layout/cycle8"/>
    <dgm:cxn modelId="{B18C9875-B5F4-FD44-8E1B-8900DB42E3BD}" type="presParOf" srcId="{3B991018-ED56-194B-8075-CDA40CF01956}" destId="{7548AD34-4652-1D40-83F3-30F9D0975EAF}" srcOrd="6" destOrd="0" presId="urn:microsoft.com/office/officeart/2005/8/layout/cycle8"/>
    <dgm:cxn modelId="{52059BBB-B7A1-5647-819A-324D028AD4AF}" type="presParOf" srcId="{3B991018-ED56-194B-8075-CDA40CF01956}" destId="{9A62F0E9-5A04-924E-8FBF-CE14B61FB379}" srcOrd="7" destOrd="0" presId="urn:microsoft.com/office/officeart/2005/8/layout/cycle8"/>
    <dgm:cxn modelId="{646611B4-8673-CD4A-83B5-AA0953942B02}" type="presParOf" srcId="{3B991018-ED56-194B-8075-CDA40CF01956}" destId="{75C7CF97-D48C-4B4E-99B2-8F2B47B5DED1}" srcOrd="8" destOrd="0" presId="urn:microsoft.com/office/officeart/2005/8/layout/cycle8"/>
    <dgm:cxn modelId="{EE845A33-59D3-8C40-9109-3A8AFF93DCA6}" type="presParOf" srcId="{3B991018-ED56-194B-8075-CDA40CF01956}" destId="{15B348ED-ED05-1147-A77A-2EF588E119A6}" srcOrd="9" destOrd="0" presId="urn:microsoft.com/office/officeart/2005/8/layout/cycle8"/>
    <dgm:cxn modelId="{5911877A-614A-2945-B0F3-9E31A1BFDA9C}" type="presParOf" srcId="{3B991018-ED56-194B-8075-CDA40CF01956}" destId="{666EF316-286A-7245-A1DB-EDA3CD1FF4B6}" srcOrd="10" destOrd="0" presId="urn:microsoft.com/office/officeart/2005/8/layout/cycle8"/>
    <dgm:cxn modelId="{41BBFF98-638C-B143-AF6F-5A322D0E5E7B}" type="presParOf" srcId="{3B991018-ED56-194B-8075-CDA40CF01956}" destId="{F5A1615D-4C05-DB40-B172-A99A96A54263}" srcOrd="11" destOrd="0" presId="urn:microsoft.com/office/officeart/2005/8/layout/cycle8"/>
    <dgm:cxn modelId="{3F733AC4-43ED-CC47-BBC1-94A6C04705A8}" type="presParOf" srcId="{3B991018-ED56-194B-8075-CDA40CF01956}" destId="{635F041E-BC9B-F64C-B9F7-BA64E3475463}" srcOrd="12" destOrd="0" presId="urn:microsoft.com/office/officeart/2005/8/layout/cycle8"/>
    <dgm:cxn modelId="{78464F98-D76E-DB4A-838E-3B7F3608CD72}" type="presParOf" srcId="{3B991018-ED56-194B-8075-CDA40CF01956}" destId="{F64498DB-0798-1B44-96CD-296A2D1F1F40}" srcOrd="13" destOrd="0" presId="urn:microsoft.com/office/officeart/2005/8/layout/cycle8"/>
    <dgm:cxn modelId="{B8585487-4721-2A46-A142-26A6A627CBF1}" type="presParOf" srcId="{3B991018-ED56-194B-8075-CDA40CF01956}" destId="{E1DA23F6-4F10-0E49-9AD0-3319ED20E3F2}" srcOrd="14" destOrd="0" presId="urn:microsoft.com/office/officeart/2005/8/layout/cycle8"/>
    <dgm:cxn modelId="{5A5D5E14-8A0C-0D42-B9CF-672635DAF731}" type="presParOf" srcId="{3B991018-ED56-194B-8075-CDA40CF01956}" destId="{76428AB2-F7D7-8A41-9766-BBDF22642F99}" srcOrd="15" destOrd="0" presId="urn:microsoft.com/office/officeart/2005/8/layout/cycle8"/>
    <dgm:cxn modelId="{A665475C-2AD0-4B4C-90E6-E133A6F99178}" type="presParOf" srcId="{3B991018-ED56-194B-8075-CDA40CF01956}" destId="{47EB4EC4-B65E-894E-94A0-5C33C9E380D5}" srcOrd="16" destOrd="0" presId="urn:microsoft.com/office/officeart/2005/8/layout/cycle8"/>
    <dgm:cxn modelId="{9DB06FA8-B16A-324F-9291-DB5838B2ED43}" type="presParOf" srcId="{3B991018-ED56-194B-8075-CDA40CF01956}" destId="{196071CA-8BD9-C042-B76E-8CEC63D4D722}" srcOrd="17" destOrd="0" presId="urn:microsoft.com/office/officeart/2005/8/layout/cycle8"/>
    <dgm:cxn modelId="{9F19952F-9C7D-2D48-A609-F52790702204}" type="presParOf" srcId="{3B991018-ED56-194B-8075-CDA40CF01956}" destId="{8C0637F4-9B2D-764B-A67C-058E97FEF8CD}" srcOrd="18" destOrd="0" presId="urn:microsoft.com/office/officeart/2005/8/layout/cycle8"/>
    <dgm:cxn modelId="{FA4E1111-3EA9-BE4B-80BE-E1D84AFFCAF7}" type="presParOf" srcId="{3B991018-ED56-194B-8075-CDA40CF01956}" destId="{580D85CD-8553-C642-9572-59A09244F423}" srcOrd="19" destOrd="0" presId="urn:microsoft.com/office/officeart/2005/8/layout/cycle8"/>
    <dgm:cxn modelId="{2E109AD1-B00F-5F4F-88A7-93A0DD1A303E}" type="presParOf" srcId="{3B991018-ED56-194B-8075-CDA40CF01956}" destId="{1C0281BA-EA03-2E4E-A2DD-3B06C0A1DBFF}" srcOrd="20" destOrd="0" presId="urn:microsoft.com/office/officeart/2005/8/layout/cycle8"/>
    <dgm:cxn modelId="{4FAEB858-CDEF-6141-922D-10A07DA1860E}" type="presParOf" srcId="{3B991018-ED56-194B-8075-CDA40CF01956}" destId="{2B9313CC-D82E-E04D-B1F9-2F059ECA7E00}" srcOrd="21" destOrd="0" presId="urn:microsoft.com/office/officeart/2005/8/layout/cycle8"/>
    <dgm:cxn modelId="{45C00D8C-EFD0-A544-8B0B-D5C0A6A5888D}" type="presParOf" srcId="{3B991018-ED56-194B-8075-CDA40CF01956}" destId="{EEC540BD-8161-414A-AAAE-60BD123B985A}" srcOrd="22" destOrd="0" presId="urn:microsoft.com/office/officeart/2005/8/layout/cycle8"/>
    <dgm:cxn modelId="{360C9C8C-659B-2440-B2A6-C91531D366C6}" type="presParOf" srcId="{3B991018-ED56-194B-8075-CDA40CF01956}" destId="{A580A68D-1A1C-9C49-99A0-F6108AAF4972}" srcOrd="23" destOrd="0" presId="urn:microsoft.com/office/officeart/2005/8/layout/cycle8"/>
    <dgm:cxn modelId="{6D39F162-5847-2441-84C3-CDA26778A7CA}" type="presParOf" srcId="{3B991018-ED56-194B-8075-CDA40CF01956}" destId="{C9597819-8EF7-8643-B555-A70A1722928F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D29C57-CDB7-48C0-A3D2-7A141ED97E6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190E830-073E-4157-AE4B-14C0B965F459}">
      <dgm:prSet/>
      <dgm:spPr/>
      <dgm:t>
        <a:bodyPr/>
        <a:lstStyle/>
        <a:p>
          <a:r>
            <a:rPr lang="it-IT" dirty="0"/>
            <a:t>Creazione di una chat di gruppo </a:t>
          </a:r>
          <a:endParaRPr lang="en-US" dirty="0"/>
        </a:p>
      </dgm:t>
    </dgm:pt>
    <dgm:pt modelId="{6DDAD7A2-0F3D-4C3D-92E0-AE796E46235A}" type="parTrans" cxnId="{42DA63CA-BBB8-40C7-8CBB-F98007102E43}">
      <dgm:prSet/>
      <dgm:spPr/>
      <dgm:t>
        <a:bodyPr/>
        <a:lstStyle/>
        <a:p>
          <a:endParaRPr lang="en-US"/>
        </a:p>
      </dgm:t>
    </dgm:pt>
    <dgm:pt modelId="{56DCD538-BCCC-4FCA-8ABB-4A86078C4383}" type="sibTrans" cxnId="{42DA63CA-BBB8-40C7-8CBB-F98007102E43}">
      <dgm:prSet/>
      <dgm:spPr/>
      <dgm:t>
        <a:bodyPr/>
        <a:lstStyle/>
        <a:p>
          <a:endParaRPr lang="en-US"/>
        </a:p>
      </dgm:t>
    </dgm:pt>
    <dgm:pt modelId="{E5AEE7B6-3282-48D1-8395-F321E15617E0}">
      <dgm:prSet/>
      <dgm:spPr/>
      <dgm:t>
        <a:bodyPr/>
        <a:lstStyle/>
        <a:p>
          <a:r>
            <a:rPr lang="it-IT" dirty="0"/>
            <a:t>Creazione di una chat privata </a:t>
          </a:r>
          <a:endParaRPr lang="en-US" dirty="0"/>
        </a:p>
      </dgm:t>
    </dgm:pt>
    <dgm:pt modelId="{6BF04FE9-804D-4FB2-98AD-FED58270EB1F}" type="parTrans" cxnId="{6DFA4782-6B98-48A8-96AF-C9E8E83AF03F}">
      <dgm:prSet/>
      <dgm:spPr/>
      <dgm:t>
        <a:bodyPr/>
        <a:lstStyle/>
        <a:p>
          <a:endParaRPr lang="en-US"/>
        </a:p>
      </dgm:t>
    </dgm:pt>
    <dgm:pt modelId="{65023C5E-001C-480E-BB7A-ECCFD6A69E91}" type="sibTrans" cxnId="{6DFA4782-6B98-48A8-96AF-C9E8E83AF03F}">
      <dgm:prSet/>
      <dgm:spPr/>
      <dgm:t>
        <a:bodyPr/>
        <a:lstStyle/>
        <a:p>
          <a:endParaRPr lang="en-US"/>
        </a:p>
      </dgm:t>
    </dgm:pt>
    <dgm:pt modelId="{E0B1D105-6CFD-466B-B4A5-8D0DEC58132E}">
      <dgm:prSet/>
      <dgm:spPr/>
      <dgm:t>
        <a:bodyPr/>
        <a:lstStyle/>
        <a:p>
          <a:r>
            <a:rPr lang="it-IT"/>
            <a:t>Scrivere in privato a partire da un gruppo </a:t>
          </a:r>
          <a:endParaRPr lang="en-US"/>
        </a:p>
      </dgm:t>
    </dgm:pt>
    <dgm:pt modelId="{412A4588-F01F-4195-A54D-D9AAFBDE4A9B}" type="parTrans" cxnId="{3AEA85DD-D4AB-437E-BA0A-EFC8B30BBF5B}">
      <dgm:prSet/>
      <dgm:spPr/>
      <dgm:t>
        <a:bodyPr/>
        <a:lstStyle/>
        <a:p>
          <a:endParaRPr lang="en-US"/>
        </a:p>
      </dgm:t>
    </dgm:pt>
    <dgm:pt modelId="{69951DAB-972F-4299-81BB-27DE33CACFF6}" type="sibTrans" cxnId="{3AEA85DD-D4AB-437E-BA0A-EFC8B30BBF5B}">
      <dgm:prSet/>
      <dgm:spPr/>
      <dgm:t>
        <a:bodyPr/>
        <a:lstStyle/>
        <a:p>
          <a:endParaRPr lang="en-US"/>
        </a:p>
      </dgm:t>
    </dgm:pt>
    <dgm:pt modelId="{E7DD8D74-31DE-45D2-93CF-AA79D855D084}">
      <dgm:prSet/>
      <dgm:spPr/>
      <dgm:t>
        <a:bodyPr/>
        <a:lstStyle/>
        <a:p>
          <a:r>
            <a:rPr lang="it-IT" dirty="0"/>
            <a:t>Visualizzare informazioni entità e dati </a:t>
          </a:r>
          <a:endParaRPr lang="en-US" dirty="0"/>
        </a:p>
      </dgm:t>
    </dgm:pt>
    <dgm:pt modelId="{C3E6B1C0-E800-422D-8FFA-0436C4FA0BB3}" type="parTrans" cxnId="{8A262823-1027-4778-9F6B-606B4CE3F158}">
      <dgm:prSet/>
      <dgm:spPr/>
      <dgm:t>
        <a:bodyPr/>
        <a:lstStyle/>
        <a:p>
          <a:endParaRPr lang="en-US"/>
        </a:p>
      </dgm:t>
    </dgm:pt>
    <dgm:pt modelId="{ED72EFFF-735D-4F7D-BD02-00E7EA283501}" type="sibTrans" cxnId="{8A262823-1027-4778-9F6B-606B4CE3F158}">
      <dgm:prSet/>
      <dgm:spPr/>
      <dgm:t>
        <a:bodyPr/>
        <a:lstStyle/>
        <a:p>
          <a:endParaRPr lang="en-US"/>
        </a:p>
      </dgm:t>
    </dgm:pt>
    <dgm:pt modelId="{86FAF5E7-B027-4EC3-B973-D5BA7CFEA375}">
      <dgm:prSet/>
      <dgm:spPr/>
      <dgm:t>
        <a:bodyPr/>
        <a:lstStyle/>
        <a:p>
          <a:r>
            <a:rPr lang="it-IT" dirty="0"/>
            <a:t>Rendi un utente amministratore</a:t>
          </a:r>
          <a:endParaRPr lang="en-US" dirty="0"/>
        </a:p>
      </dgm:t>
    </dgm:pt>
    <dgm:pt modelId="{6B68054C-A787-46A1-9C3F-68305FA7D86A}" type="parTrans" cxnId="{4869FE9B-2C56-444D-BC98-FDCC155089E6}">
      <dgm:prSet/>
      <dgm:spPr/>
      <dgm:t>
        <a:bodyPr/>
        <a:lstStyle/>
        <a:p>
          <a:endParaRPr lang="en-US"/>
        </a:p>
      </dgm:t>
    </dgm:pt>
    <dgm:pt modelId="{7F2CE340-6A1A-477B-98EE-0B092BFE1EEF}" type="sibTrans" cxnId="{4869FE9B-2C56-444D-BC98-FDCC155089E6}">
      <dgm:prSet/>
      <dgm:spPr/>
      <dgm:t>
        <a:bodyPr/>
        <a:lstStyle/>
        <a:p>
          <a:endParaRPr lang="en-US"/>
        </a:p>
      </dgm:t>
    </dgm:pt>
    <dgm:pt modelId="{C00303E3-9F92-4862-8A8C-B304246A119C}">
      <dgm:prSet/>
      <dgm:spPr/>
      <dgm:t>
        <a:bodyPr/>
        <a:lstStyle/>
        <a:p>
          <a:r>
            <a:rPr lang="it-IT" dirty="0"/>
            <a:t>Rimuovi utente da una chat </a:t>
          </a:r>
          <a:endParaRPr lang="en-US" dirty="0"/>
        </a:p>
      </dgm:t>
    </dgm:pt>
    <dgm:pt modelId="{D8E2ED46-3B37-421F-807D-0B81F1D8EA63}" type="parTrans" cxnId="{4F88DC7A-43C0-4260-8C41-C845AB2FAC4E}">
      <dgm:prSet/>
      <dgm:spPr/>
      <dgm:t>
        <a:bodyPr/>
        <a:lstStyle/>
        <a:p>
          <a:endParaRPr lang="en-US"/>
        </a:p>
      </dgm:t>
    </dgm:pt>
    <dgm:pt modelId="{DBE45C10-8083-4678-9DA7-CBF35603E837}" type="sibTrans" cxnId="{4F88DC7A-43C0-4260-8C41-C845AB2FAC4E}">
      <dgm:prSet/>
      <dgm:spPr/>
      <dgm:t>
        <a:bodyPr/>
        <a:lstStyle/>
        <a:p>
          <a:endParaRPr lang="en-US"/>
        </a:p>
      </dgm:t>
    </dgm:pt>
    <dgm:pt modelId="{C28ED437-FA0F-4EE1-8D2F-7A2A15BA9CAC}">
      <dgm:prSet/>
      <dgm:spPr/>
      <dgm:t>
        <a:bodyPr/>
        <a:lstStyle/>
        <a:p>
          <a:r>
            <a:rPr lang="it-IT" dirty="0"/>
            <a:t>Lascia una chat </a:t>
          </a:r>
          <a:endParaRPr lang="en-US" dirty="0"/>
        </a:p>
      </dgm:t>
    </dgm:pt>
    <dgm:pt modelId="{1078F515-D4F7-47A8-BA21-9D43AAC559D1}" type="parTrans" cxnId="{58E61ACC-97F6-4677-9994-627EB8AEB11C}">
      <dgm:prSet/>
      <dgm:spPr/>
      <dgm:t>
        <a:bodyPr/>
        <a:lstStyle/>
        <a:p>
          <a:endParaRPr lang="en-US"/>
        </a:p>
      </dgm:t>
    </dgm:pt>
    <dgm:pt modelId="{D878E821-B350-45AA-91FF-0C3F746967FA}" type="sibTrans" cxnId="{58E61ACC-97F6-4677-9994-627EB8AEB11C}">
      <dgm:prSet/>
      <dgm:spPr/>
      <dgm:t>
        <a:bodyPr/>
        <a:lstStyle/>
        <a:p>
          <a:endParaRPr lang="en-US"/>
        </a:p>
      </dgm:t>
    </dgm:pt>
    <dgm:pt modelId="{C838F38D-4EE0-0546-89D5-C530B72F2E14}" type="pres">
      <dgm:prSet presAssocID="{B8D29C57-CDB7-48C0-A3D2-7A141ED97E6B}" presName="linear" presStyleCnt="0">
        <dgm:presLayoutVars>
          <dgm:animLvl val="lvl"/>
          <dgm:resizeHandles val="exact"/>
        </dgm:presLayoutVars>
      </dgm:prSet>
      <dgm:spPr/>
    </dgm:pt>
    <dgm:pt modelId="{5ED24CA4-4585-CE40-95AA-047976310C3C}" type="pres">
      <dgm:prSet presAssocID="{5190E830-073E-4157-AE4B-14C0B965F459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136B7469-21F7-5D4B-8B24-35C49F63DCA8}" type="pres">
      <dgm:prSet presAssocID="{56DCD538-BCCC-4FCA-8ABB-4A86078C4383}" presName="spacer" presStyleCnt="0"/>
      <dgm:spPr/>
    </dgm:pt>
    <dgm:pt modelId="{163E757C-9567-6B4C-B413-3C7F332D4621}" type="pres">
      <dgm:prSet presAssocID="{E5AEE7B6-3282-48D1-8395-F321E15617E0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428D933-E191-4842-A771-893F346EC3F4}" type="pres">
      <dgm:prSet presAssocID="{65023C5E-001C-480E-BB7A-ECCFD6A69E91}" presName="spacer" presStyleCnt="0"/>
      <dgm:spPr/>
    </dgm:pt>
    <dgm:pt modelId="{146AFC69-5237-E449-A42C-774493391D99}" type="pres">
      <dgm:prSet presAssocID="{E0B1D105-6CFD-466B-B4A5-8D0DEC58132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114FFE1B-9AB1-B742-8BE7-89399EC7B008}" type="pres">
      <dgm:prSet presAssocID="{69951DAB-972F-4299-81BB-27DE33CACFF6}" presName="spacer" presStyleCnt="0"/>
      <dgm:spPr/>
    </dgm:pt>
    <dgm:pt modelId="{5DF65FCF-C176-6C4D-B9A0-B537F8193CE5}" type="pres">
      <dgm:prSet presAssocID="{E7DD8D74-31DE-45D2-93CF-AA79D855D084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A22BD53-C603-EF47-9637-E21E465DFFCB}" type="pres">
      <dgm:prSet presAssocID="{ED72EFFF-735D-4F7D-BD02-00E7EA283501}" presName="spacer" presStyleCnt="0"/>
      <dgm:spPr/>
    </dgm:pt>
    <dgm:pt modelId="{19EAF1AC-86ED-844C-A100-F54471958CB4}" type="pres">
      <dgm:prSet presAssocID="{86FAF5E7-B027-4EC3-B973-D5BA7CFEA375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010FB7EA-8B94-DC45-97DF-78EAF9DC8FE6}" type="pres">
      <dgm:prSet presAssocID="{7F2CE340-6A1A-477B-98EE-0B092BFE1EEF}" presName="spacer" presStyleCnt="0"/>
      <dgm:spPr/>
    </dgm:pt>
    <dgm:pt modelId="{25A41BF0-3CD7-1047-9ECF-9F4E6DCCB62E}" type="pres">
      <dgm:prSet presAssocID="{C00303E3-9F92-4862-8A8C-B304246A119C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17858A6-1FC1-1A43-97A8-8601524730E4}" type="pres">
      <dgm:prSet presAssocID="{DBE45C10-8083-4678-9DA7-CBF35603E837}" presName="spacer" presStyleCnt="0"/>
      <dgm:spPr/>
    </dgm:pt>
    <dgm:pt modelId="{577F45E3-2227-2346-BF9C-C8321AF473E7}" type="pres">
      <dgm:prSet presAssocID="{C28ED437-FA0F-4EE1-8D2F-7A2A15BA9CAC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5CFA5008-D973-0A4F-8515-2E7C4C5A1176}" type="presOf" srcId="{C28ED437-FA0F-4EE1-8D2F-7A2A15BA9CAC}" destId="{577F45E3-2227-2346-BF9C-C8321AF473E7}" srcOrd="0" destOrd="0" presId="urn:microsoft.com/office/officeart/2005/8/layout/vList2"/>
    <dgm:cxn modelId="{F0987017-D9B2-E24C-9C73-700160E6F55F}" type="presOf" srcId="{86FAF5E7-B027-4EC3-B973-D5BA7CFEA375}" destId="{19EAF1AC-86ED-844C-A100-F54471958CB4}" srcOrd="0" destOrd="0" presId="urn:microsoft.com/office/officeart/2005/8/layout/vList2"/>
    <dgm:cxn modelId="{8A262823-1027-4778-9F6B-606B4CE3F158}" srcId="{B8D29C57-CDB7-48C0-A3D2-7A141ED97E6B}" destId="{E7DD8D74-31DE-45D2-93CF-AA79D855D084}" srcOrd="3" destOrd="0" parTransId="{C3E6B1C0-E800-422D-8FFA-0436C4FA0BB3}" sibTransId="{ED72EFFF-735D-4F7D-BD02-00E7EA283501}"/>
    <dgm:cxn modelId="{6FAFAD47-0700-9840-8F8D-AEF8D45DFD5D}" type="presOf" srcId="{E0B1D105-6CFD-466B-B4A5-8D0DEC58132E}" destId="{146AFC69-5237-E449-A42C-774493391D99}" srcOrd="0" destOrd="0" presId="urn:microsoft.com/office/officeart/2005/8/layout/vList2"/>
    <dgm:cxn modelId="{8C073C6C-75B8-5141-8541-CEF1F05A07F3}" type="presOf" srcId="{E7DD8D74-31DE-45D2-93CF-AA79D855D084}" destId="{5DF65FCF-C176-6C4D-B9A0-B537F8193CE5}" srcOrd="0" destOrd="0" presId="urn:microsoft.com/office/officeart/2005/8/layout/vList2"/>
    <dgm:cxn modelId="{77CDDA6D-2C5B-2F4D-8E04-8881049F5DB9}" type="presOf" srcId="{E5AEE7B6-3282-48D1-8395-F321E15617E0}" destId="{163E757C-9567-6B4C-B413-3C7F332D4621}" srcOrd="0" destOrd="0" presId="urn:microsoft.com/office/officeart/2005/8/layout/vList2"/>
    <dgm:cxn modelId="{4F88DC7A-43C0-4260-8C41-C845AB2FAC4E}" srcId="{B8D29C57-CDB7-48C0-A3D2-7A141ED97E6B}" destId="{C00303E3-9F92-4862-8A8C-B304246A119C}" srcOrd="5" destOrd="0" parTransId="{D8E2ED46-3B37-421F-807D-0B81F1D8EA63}" sibTransId="{DBE45C10-8083-4678-9DA7-CBF35603E837}"/>
    <dgm:cxn modelId="{6DFA4782-6B98-48A8-96AF-C9E8E83AF03F}" srcId="{B8D29C57-CDB7-48C0-A3D2-7A141ED97E6B}" destId="{E5AEE7B6-3282-48D1-8395-F321E15617E0}" srcOrd="1" destOrd="0" parTransId="{6BF04FE9-804D-4FB2-98AD-FED58270EB1F}" sibTransId="{65023C5E-001C-480E-BB7A-ECCFD6A69E91}"/>
    <dgm:cxn modelId="{2F9B9A94-15CF-B34A-B846-5235EDED3C6A}" type="presOf" srcId="{B8D29C57-CDB7-48C0-A3D2-7A141ED97E6B}" destId="{C838F38D-4EE0-0546-89D5-C530B72F2E14}" srcOrd="0" destOrd="0" presId="urn:microsoft.com/office/officeart/2005/8/layout/vList2"/>
    <dgm:cxn modelId="{4869FE9B-2C56-444D-BC98-FDCC155089E6}" srcId="{B8D29C57-CDB7-48C0-A3D2-7A141ED97E6B}" destId="{86FAF5E7-B027-4EC3-B973-D5BA7CFEA375}" srcOrd="4" destOrd="0" parTransId="{6B68054C-A787-46A1-9C3F-68305FA7D86A}" sibTransId="{7F2CE340-6A1A-477B-98EE-0B092BFE1EEF}"/>
    <dgm:cxn modelId="{43867BA0-8CD2-7B4E-998F-2933DC7B20B4}" type="presOf" srcId="{C00303E3-9F92-4862-8A8C-B304246A119C}" destId="{25A41BF0-3CD7-1047-9ECF-9F4E6DCCB62E}" srcOrd="0" destOrd="0" presId="urn:microsoft.com/office/officeart/2005/8/layout/vList2"/>
    <dgm:cxn modelId="{42DA63CA-BBB8-40C7-8CBB-F98007102E43}" srcId="{B8D29C57-CDB7-48C0-A3D2-7A141ED97E6B}" destId="{5190E830-073E-4157-AE4B-14C0B965F459}" srcOrd="0" destOrd="0" parTransId="{6DDAD7A2-0F3D-4C3D-92E0-AE796E46235A}" sibTransId="{56DCD538-BCCC-4FCA-8ABB-4A86078C4383}"/>
    <dgm:cxn modelId="{58E61ACC-97F6-4677-9994-627EB8AEB11C}" srcId="{B8D29C57-CDB7-48C0-A3D2-7A141ED97E6B}" destId="{C28ED437-FA0F-4EE1-8D2F-7A2A15BA9CAC}" srcOrd="6" destOrd="0" parTransId="{1078F515-D4F7-47A8-BA21-9D43AAC559D1}" sibTransId="{D878E821-B350-45AA-91FF-0C3F746967FA}"/>
    <dgm:cxn modelId="{3AEA85DD-D4AB-437E-BA0A-EFC8B30BBF5B}" srcId="{B8D29C57-CDB7-48C0-A3D2-7A141ED97E6B}" destId="{E0B1D105-6CFD-466B-B4A5-8D0DEC58132E}" srcOrd="2" destOrd="0" parTransId="{412A4588-F01F-4195-A54D-D9AAFBDE4A9B}" sibTransId="{69951DAB-972F-4299-81BB-27DE33CACFF6}"/>
    <dgm:cxn modelId="{35D303E7-D1C9-7A4E-BFEE-3EC6C78D30BE}" type="presOf" srcId="{5190E830-073E-4157-AE4B-14C0B965F459}" destId="{5ED24CA4-4585-CE40-95AA-047976310C3C}" srcOrd="0" destOrd="0" presId="urn:microsoft.com/office/officeart/2005/8/layout/vList2"/>
    <dgm:cxn modelId="{528E665A-A289-9044-B32A-72D25D1E57B8}" type="presParOf" srcId="{C838F38D-4EE0-0546-89D5-C530B72F2E14}" destId="{5ED24CA4-4585-CE40-95AA-047976310C3C}" srcOrd="0" destOrd="0" presId="urn:microsoft.com/office/officeart/2005/8/layout/vList2"/>
    <dgm:cxn modelId="{CDF22095-9743-E64A-9C1A-605C432C93CC}" type="presParOf" srcId="{C838F38D-4EE0-0546-89D5-C530B72F2E14}" destId="{136B7469-21F7-5D4B-8B24-35C49F63DCA8}" srcOrd="1" destOrd="0" presId="urn:microsoft.com/office/officeart/2005/8/layout/vList2"/>
    <dgm:cxn modelId="{F4DCBFEA-DA99-5F46-8FF5-4C06C1E2DA90}" type="presParOf" srcId="{C838F38D-4EE0-0546-89D5-C530B72F2E14}" destId="{163E757C-9567-6B4C-B413-3C7F332D4621}" srcOrd="2" destOrd="0" presId="urn:microsoft.com/office/officeart/2005/8/layout/vList2"/>
    <dgm:cxn modelId="{9F2B72A2-FCBF-DC4D-88CF-4ABE1BBE322D}" type="presParOf" srcId="{C838F38D-4EE0-0546-89D5-C530B72F2E14}" destId="{0428D933-E191-4842-A771-893F346EC3F4}" srcOrd="3" destOrd="0" presId="urn:microsoft.com/office/officeart/2005/8/layout/vList2"/>
    <dgm:cxn modelId="{EF798F2C-31A8-D743-BA84-6207475389B6}" type="presParOf" srcId="{C838F38D-4EE0-0546-89D5-C530B72F2E14}" destId="{146AFC69-5237-E449-A42C-774493391D99}" srcOrd="4" destOrd="0" presId="urn:microsoft.com/office/officeart/2005/8/layout/vList2"/>
    <dgm:cxn modelId="{F8E139DE-E794-AA41-9C60-17C49446FA17}" type="presParOf" srcId="{C838F38D-4EE0-0546-89D5-C530B72F2E14}" destId="{114FFE1B-9AB1-B742-8BE7-89399EC7B008}" srcOrd="5" destOrd="0" presId="urn:microsoft.com/office/officeart/2005/8/layout/vList2"/>
    <dgm:cxn modelId="{8D4F6AEF-8EFF-A746-B445-002B788F9E76}" type="presParOf" srcId="{C838F38D-4EE0-0546-89D5-C530B72F2E14}" destId="{5DF65FCF-C176-6C4D-B9A0-B537F8193CE5}" srcOrd="6" destOrd="0" presId="urn:microsoft.com/office/officeart/2005/8/layout/vList2"/>
    <dgm:cxn modelId="{5656AE55-1D7D-2345-873C-643D307B3592}" type="presParOf" srcId="{C838F38D-4EE0-0546-89D5-C530B72F2E14}" destId="{5A22BD53-C603-EF47-9637-E21E465DFFCB}" srcOrd="7" destOrd="0" presId="urn:microsoft.com/office/officeart/2005/8/layout/vList2"/>
    <dgm:cxn modelId="{9E6A2E09-FE39-6E45-AEE2-B8478BFFBBB6}" type="presParOf" srcId="{C838F38D-4EE0-0546-89D5-C530B72F2E14}" destId="{19EAF1AC-86ED-844C-A100-F54471958CB4}" srcOrd="8" destOrd="0" presId="urn:microsoft.com/office/officeart/2005/8/layout/vList2"/>
    <dgm:cxn modelId="{844A8572-82ED-3641-A694-6F102C1A2229}" type="presParOf" srcId="{C838F38D-4EE0-0546-89D5-C530B72F2E14}" destId="{010FB7EA-8B94-DC45-97DF-78EAF9DC8FE6}" srcOrd="9" destOrd="0" presId="urn:microsoft.com/office/officeart/2005/8/layout/vList2"/>
    <dgm:cxn modelId="{A8E9DDCF-F2E4-B34D-A84E-CF8ECF132956}" type="presParOf" srcId="{C838F38D-4EE0-0546-89D5-C530B72F2E14}" destId="{25A41BF0-3CD7-1047-9ECF-9F4E6DCCB62E}" srcOrd="10" destOrd="0" presId="urn:microsoft.com/office/officeart/2005/8/layout/vList2"/>
    <dgm:cxn modelId="{5F9CE502-A21D-214B-903B-FE08C78BE83F}" type="presParOf" srcId="{C838F38D-4EE0-0546-89D5-C530B72F2E14}" destId="{517858A6-1FC1-1A43-97A8-8601524730E4}" srcOrd="11" destOrd="0" presId="urn:microsoft.com/office/officeart/2005/8/layout/vList2"/>
    <dgm:cxn modelId="{F67FB8F5-2E6C-0D46-BE93-C8E3CFEAB6E4}" type="presParOf" srcId="{C838F38D-4EE0-0546-89D5-C530B72F2E14}" destId="{577F45E3-2227-2346-BF9C-C8321AF473E7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7BDA22-6E95-4545-85E1-73E9770764A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C3CDF5-A0F8-4704-8408-4A20CC580D0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 dirty="0"/>
            <a:t>recupero da una API esterna (</a:t>
          </a:r>
          <a:r>
            <a:rPr lang="it-IT" b="0" i="0" dirty="0" err="1"/>
            <a:t>Mockoon</a:t>
          </a:r>
          <a:r>
            <a:rPr lang="it-IT" b="0" i="0" dirty="0"/>
            <a:t>) eventi e utenti disponibili</a:t>
          </a:r>
          <a:endParaRPr lang="en-US" dirty="0"/>
        </a:p>
      </dgm:t>
    </dgm:pt>
    <dgm:pt modelId="{A767176F-C604-4011-9A5B-FC12FCB7E917}" type="parTrans" cxnId="{AE952DF4-29E3-49BF-8145-4CC6BC4BA495}">
      <dgm:prSet/>
      <dgm:spPr/>
      <dgm:t>
        <a:bodyPr/>
        <a:lstStyle/>
        <a:p>
          <a:endParaRPr lang="en-US"/>
        </a:p>
      </dgm:t>
    </dgm:pt>
    <dgm:pt modelId="{4E5BD295-8540-4E9F-8414-4454726C2722}" type="sibTrans" cxnId="{AE952DF4-29E3-49BF-8145-4CC6BC4BA495}">
      <dgm:prSet/>
      <dgm:spPr/>
      <dgm:t>
        <a:bodyPr/>
        <a:lstStyle/>
        <a:p>
          <a:endParaRPr lang="en-US"/>
        </a:p>
      </dgm:t>
    </dgm:pt>
    <dgm:pt modelId="{37E0C174-A00F-47A2-BAA1-172BA0BA877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selezione </a:t>
          </a:r>
          <a:r>
            <a:rPr lang="it-IT"/>
            <a:t>di un solo </a:t>
          </a:r>
          <a:r>
            <a:rPr lang="it-IT" b="0" i="0"/>
            <a:t>evento fra quelli mostrati nella rispettiva lista </a:t>
          </a:r>
          <a:endParaRPr lang="en-US"/>
        </a:p>
      </dgm:t>
    </dgm:pt>
    <dgm:pt modelId="{EF144D72-5FCF-4FDB-97AE-7D2140BD2E21}" type="parTrans" cxnId="{12BB46BA-EEBB-443F-A746-E4FD78156C71}">
      <dgm:prSet/>
      <dgm:spPr/>
      <dgm:t>
        <a:bodyPr/>
        <a:lstStyle/>
        <a:p>
          <a:endParaRPr lang="en-US"/>
        </a:p>
      </dgm:t>
    </dgm:pt>
    <dgm:pt modelId="{B3A0C488-EA94-4761-A6FE-06D4E7DCD1EF}" type="sibTrans" cxnId="{12BB46BA-EEBB-443F-A746-E4FD78156C71}">
      <dgm:prSet/>
      <dgm:spPr/>
      <dgm:t>
        <a:bodyPr/>
        <a:lstStyle/>
        <a:p>
          <a:endParaRPr lang="en-US"/>
        </a:p>
      </dgm:t>
    </dgm:pt>
    <dgm:pt modelId="{5AF82B4A-8B0C-4BF7-8366-CDEF15696505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selezione </a:t>
          </a:r>
          <a:r>
            <a:rPr lang="it-IT"/>
            <a:t>di molteplici </a:t>
          </a:r>
          <a:r>
            <a:rPr lang="it-IT" b="0" i="0"/>
            <a:t>utenti (1 o più) tra quelli quelli </a:t>
          </a:r>
          <a:r>
            <a:rPr lang="it-IT"/>
            <a:t>mostrati nella rispettiva lista</a:t>
          </a:r>
          <a:endParaRPr lang="en-US"/>
        </a:p>
      </dgm:t>
    </dgm:pt>
    <dgm:pt modelId="{A4289E11-B29F-43FB-A295-FD827929115D}" type="parTrans" cxnId="{9CCDE944-55EF-4E35-80B9-83DE9EA4F319}">
      <dgm:prSet/>
      <dgm:spPr/>
      <dgm:t>
        <a:bodyPr/>
        <a:lstStyle/>
        <a:p>
          <a:endParaRPr lang="en-US"/>
        </a:p>
      </dgm:t>
    </dgm:pt>
    <dgm:pt modelId="{C319D7FC-434D-4808-9119-16ABD8935EA0}" type="sibTrans" cxnId="{9CCDE944-55EF-4E35-80B9-83DE9EA4F319}">
      <dgm:prSet/>
      <dgm:spPr/>
      <dgm:t>
        <a:bodyPr/>
        <a:lstStyle/>
        <a:p>
          <a:endParaRPr lang="en-US"/>
        </a:p>
      </dgm:t>
    </dgm:pt>
    <dgm:pt modelId="{2DBC1E85-D57F-45A7-B9C0-79E979D6CE72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compilazione dell'oggetto chat che prende lo stesso nome dell'evento e contiene la lista degli utenti selezionati</a:t>
          </a:r>
          <a:endParaRPr lang="en-US"/>
        </a:p>
      </dgm:t>
    </dgm:pt>
    <dgm:pt modelId="{B85E2CC5-804F-4CE6-BB47-B5583E86829C}" type="parTrans" cxnId="{B8E53442-14AB-4A2D-A601-B2272780ECA3}">
      <dgm:prSet/>
      <dgm:spPr/>
      <dgm:t>
        <a:bodyPr/>
        <a:lstStyle/>
        <a:p>
          <a:endParaRPr lang="en-US"/>
        </a:p>
      </dgm:t>
    </dgm:pt>
    <dgm:pt modelId="{07BE689C-A621-4DBC-8FE5-4378BA5B0710}" type="sibTrans" cxnId="{B8E53442-14AB-4A2D-A601-B2272780ECA3}">
      <dgm:prSet/>
      <dgm:spPr/>
      <dgm:t>
        <a:bodyPr/>
        <a:lstStyle/>
        <a:p>
          <a:endParaRPr lang="en-US"/>
        </a:p>
      </dgm:t>
    </dgm:pt>
    <dgm:pt modelId="{920F1452-5F53-4566-9776-47E1697E69D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salvataggio oggetto chat sul database</a:t>
          </a:r>
          <a:endParaRPr lang="en-US"/>
        </a:p>
      </dgm:t>
    </dgm:pt>
    <dgm:pt modelId="{5360F331-4333-414D-AC98-2E378519201C}" type="parTrans" cxnId="{AC90790E-7D8C-468E-989B-5B40EDABB4AA}">
      <dgm:prSet/>
      <dgm:spPr/>
      <dgm:t>
        <a:bodyPr/>
        <a:lstStyle/>
        <a:p>
          <a:endParaRPr lang="en-US"/>
        </a:p>
      </dgm:t>
    </dgm:pt>
    <dgm:pt modelId="{45A5BD50-0520-4B4A-833D-B78FCEB4B7A6}" type="sibTrans" cxnId="{AC90790E-7D8C-468E-989B-5B40EDABB4AA}">
      <dgm:prSet/>
      <dgm:spPr/>
      <dgm:t>
        <a:bodyPr/>
        <a:lstStyle/>
        <a:p>
          <a:endParaRPr lang="en-US"/>
        </a:p>
      </dgm:t>
    </dgm:pt>
    <dgm:pt modelId="{BEA6E8E3-ACD3-4C26-8B20-D1DCA3ADA1AC}" type="pres">
      <dgm:prSet presAssocID="{AB7BDA22-6E95-4545-85E1-73E9770764A8}" presName="root" presStyleCnt="0">
        <dgm:presLayoutVars>
          <dgm:dir/>
          <dgm:resizeHandles val="exact"/>
        </dgm:presLayoutVars>
      </dgm:prSet>
      <dgm:spPr/>
    </dgm:pt>
    <dgm:pt modelId="{84C0E85E-19E3-45D6-A3CD-0D79FE1949B5}" type="pres">
      <dgm:prSet presAssocID="{43C3CDF5-A0F8-4704-8408-4A20CC580D0D}" presName="compNode" presStyleCnt="0"/>
      <dgm:spPr/>
    </dgm:pt>
    <dgm:pt modelId="{F04ED552-D9E5-4618-BDD6-A848A9657616}" type="pres">
      <dgm:prSet presAssocID="{43C3CDF5-A0F8-4704-8408-4A20CC580D0D}" presName="bgRect" presStyleLbl="bgShp" presStyleIdx="0" presStyleCnt="5"/>
      <dgm:spPr/>
    </dgm:pt>
    <dgm:pt modelId="{38811A29-5DD4-4639-89EF-C61E04AF32AF}" type="pres">
      <dgm:prSet presAssocID="{43C3CDF5-A0F8-4704-8408-4A20CC580D0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BAF42BB6-FE2F-458C-BEAA-B8591722D6FF}" type="pres">
      <dgm:prSet presAssocID="{43C3CDF5-A0F8-4704-8408-4A20CC580D0D}" presName="spaceRect" presStyleCnt="0"/>
      <dgm:spPr/>
    </dgm:pt>
    <dgm:pt modelId="{BF10D19A-700B-4170-B364-BA69E59945FD}" type="pres">
      <dgm:prSet presAssocID="{43C3CDF5-A0F8-4704-8408-4A20CC580D0D}" presName="parTx" presStyleLbl="revTx" presStyleIdx="0" presStyleCnt="5">
        <dgm:presLayoutVars>
          <dgm:chMax val="0"/>
          <dgm:chPref val="0"/>
        </dgm:presLayoutVars>
      </dgm:prSet>
      <dgm:spPr/>
    </dgm:pt>
    <dgm:pt modelId="{74D90A52-DD3D-466C-9455-4D73F6E715D6}" type="pres">
      <dgm:prSet presAssocID="{4E5BD295-8540-4E9F-8414-4454726C2722}" presName="sibTrans" presStyleCnt="0"/>
      <dgm:spPr/>
    </dgm:pt>
    <dgm:pt modelId="{795B3C37-D76A-455C-A34E-E2161A87D4F3}" type="pres">
      <dgm:prSet presAssocID="{37E0C174-A00F-47A2-BAA1-172BA0BA8771}" presName="compNode" presStyleCnt="0"/>
      <dgm:spPr/>
    </dgm:pt>
    <dgm:pt modelId="{B7A31495-B755-42BF-A5CD-2291826BA091}" type="pres">
      <dgm:prSet presAssocID="{37E0C174-A00F-47A2-BAA1-172BA0BA8771}" presName="bgRect" presStyleLbl="bgShp" presStyleIdx="1" presStyleCnt="5"/>
      <dgm:spPr/>
    </dgm:pt>
    <dgm:pt modelId="{6FE0D45A-15F3-41F7-9D3F-4727C1FF6D05}" type="pres">
      <dgm:prSet presAssocID="{37E0C174-A00F-47A2-BAA1-172BA0BA877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4D47070E-F659-4EFC-88F3-2F74632CD35F}" type="pres">
      <dgm:prSet presAssocID="{37E0C174-A00F-47A2-BAA1-172BA0BA8771}" presName="spaceRect" presStyleCnt="0"/>
      <dgm:spPr/>
    </dgm:pt>
    <dgm:pt modelId="{5825710C-5111-4C78-8A13-4D7ECEBE0238}" type="pres">
      <dgm:prSet presAssocID="{37E0C174-A00F-47A2-BAA1-172BA0BA8771}" presName="parTx" presStyleLbl="revTx" presStyleIdx="1" presStyleCnt="5">
        <dgm:presLayoutVars>
          <dgm:chMax val="0"/>
          <dgm:chPref val="0"/>
        </dgm:presLayoutVars>
      </dgm:prSet>
      <dgm:spPr/>
    </dgm:pt>
    <dgm:pt modelId="{995952A4-6C13-474A-AB32-89C302ABB1BB}" type="pres">
      <dgm:prSet presAssocID="{B3A0C488-EA94-4761-A6FE-06D4E7DCD1EF}" presName="sibTrans" presStyleCnt="0"/>
      <dgm:spPr/>
    </dgm:pt>
    <dgm:pt modelId="{B0F7D5E0-9B3B-4E5B-9CA7-D8BBA70C5D44}" type="pres">
      <dgm:prSet presAssocID="{5AF82B4A-8B0C-4BF7-8366-CDEF15696505}" presName="compNode" presStyleCnt="0"/>
      <dgm:spPr/>
    </dgm:pt>
    <dgm:pt modelId="{02D0B389-263B-4739-9DB9-60F2EEBAE687}" type="pres">
      <dgm:prSet presAssocID="{5AF82B4A-8B0C-4BF7-8366-CDEF15696505}" presName="bgRect" presStyleLbl="bgShp" presStyleIdx="2" presStyleCnt="5"/>
      <dgm:spPr/>
    </dgm:pt>
    <dgm:pt modelId="{655E3985-9F7F-4ED5-9058-2257D3AA554E}" type="pres">
      <dgm:prSet presAssocID="{5AF82B4A-8B0C-4BF7-8366-CDEF1569650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rsore"/>
        </a:ext>
      </dgm:extLst>
    </dgm:pt>
    <dgm:pt modelId="{A97B8B1A-C6CE-476B-A4D6-0FB9BDA8193B}" type="pres">
      <dgm:prSet presAssocID="{5AF82B4A-8B0C-4BF7-8366-CDEF15696505}" presName="spaceRect" presStyleCnt="0"/>
      <dgm:spPr/>
    </dgm:pt>
    <dgm:pt modelId="{FF44F105-6FAC-4AB2-A30B-0238D4044FCE}" type="pres">
      <dgm:prSet presAssocID="{5AF82B4A-8B0C-4BF7-8366-CDEF15696505}" presName="parTx" presStyleLbl="revTx" presStyleIdx="2" presStyleCnt="5">
        <dgm:presLayoutVars>
          <dgm:chMax val="0"/>
          <dgm:chPref val="0"/>
        </dgm:presLayoutVars>
      </dgm:prSet>
      <dgm:spPr/>
    </dgm:pt>
    <dgm:pt modelId="{5E3E4D57-45C1-4F1A-BAB3-8663134E4688}" type="pres">
      <dgm:prSet presAssocID="{C319D7FC-434D-4808-9119-16ABD8935EA0}" presName="sibTrans" presStyleCnt="0"/>
      <dgm:spPr/>
    </dgm:pt>
    <dgm:pt modelId="{5F959761-9892-495D-A322-610D5677AD4C}" type="pres">
      <dgm:prSet presAssocID="{2DBC1E85-D57F-45A7-B9C0-79E979D6CE72}" presName="compNode" presStyleCnt="0"/>
      <dgm:spPr/>
    </dgm:pt>
    <dgm:pt modelId="{6B5C9C0B-EBF2-4CF9-AD2C-31DFB2B348CB}" type="pres">
      <dgm:prSet presAssocID="{2DBC1E85-D57F-45A7-B9C0-79E979D6CE72}" presName="bgRect" presStyleLbl="bgShp" presStyleIdx="3" presStyleCnt="5"/>
      <dgm:spPr/>
    </dgm:pt>
    <dgm:pt modelId="{1D759895-36A1-4008-9E6D-248311066CA1}" type="pres">
      <dgm:prSet presAssocID="{2DBC1E85-D57F-45A7-B9C0-79E979D6CE7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tente"/>
        </a:ext>
      </dgm:extLst>
    </dgm:pt>
    <dgm:pt modelId="{15C45FB0-930E-40A8-BB51-F7C5FA01B8D3}" type="pres">
      <dgm:prSet presAssocID="{2DBC1E85-D57F-45A7-B9C0-79E979D6CE72}" presName="spaceRect" presStyleCnt="0"/>
      <dgm:spPr/>
    </dgm:pt>
    <dgm:pt modelId="{3173FBAB-8B86-4D66-97FA-A28B058580E9}" type="pres">
      <dgm:prSet presAssocID="{2DBC1E85-D57F-45A7-B9C0-79E979D6CE72}" presName="parTx" presStyleLbl="revTx" presStyleIdx="3" presStyleCnt="5">
        <dgm:presLayoutVars>
          <dgm:chMax val="0"/>
          <dgm:chPref val="0"/>
        </dgm:presLayoutVars>
      </dgm:prSet>
      <dgm:spPr/>
    </dgm:pt>
    <dgm:pt modelId="{A8950B15-B9B8-4255-87B0-DF95CCCFCA69}" type="pres">
      <dgm:prSet presAssocID="{07BE689C-A621-4DBC-8FE5-4378BA5B0710}" presName="sibTrans" presStyleCnt="0"/>
      <dgm:spPr/>
    </dgm:pt>
    <dgm:pt modelId="{1BDF74E1-60C5-465B-A23E-F83D00ED0C39}" type="pres">
      <dgm:prSet presAssocID="{920F1452-5F53-4566-9776-47E1697E69D6}" presName="compNode" presStyleCnt="0"/>
      <dgm:spPr/>
    </dgm:pt>
    <dgm:pt modelId="{D05A2556-ABD6-43AC-9DDF-42774AB07B35}" type="pres">
      <dgm:prSet presAssocID="{920F1452-5F53-4566-9776-47E1697E69D6}" presName="bgRect" presStyleLbl="bgShp" presStyleIdx="4" presStyleCnt="5"/>
      <dgm:spPr/>
    </dgm:pt>
    <dgm:pt modelId="{2AB3E6F5-BAAB-466D-AC47-9E773C8F3038}" type="pres">
      <dgm:prSet presAssocID="{920F1452-5F53-4566-9776-47E1697E69D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8225871-DED0-485D-A6FB-F3DD8924D7FE}" type="pres">
      <dgm:prSet presAssocID="{920F1452-5F53-4566-9776-47E1697E69D6}" presName="spaceRect" presStyleCnt="0"/>
      <dgm:spPr/>
    </dgm:pt>
    <dgm:pt modelId="{4A4CFC10-F1BE-4AC0-B0D1-689F2AAEDA9B}" type="pres">
      <dgm:prSet presAssocID="{920F1452-5F53-4566-9776-47E1697E69D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784B608-6579-41F8-8903-AAF4D237B58E}" type="presOf" srcId="{43C3CDF5-A0F8-4704-8408-4A20CC580D0D}" destId="{BF10D19A-700B-4170-B364-BA69E59945FD}" srcOrd="0" destOrd="0" presId="urn:microsoft.com/office/officeart/2018/2/layout/IconVerticalSolidList"/>
    <dgm:cxn modelId="{AC90790E-7D8C-468E-989B-5B40EDABB4AA}" srcId="{AB7BDA22-6E95-4545-85E1-73E9770764A8}" destId="{920F1452-5F53-4566-9776-47E1697E69D6}" srcOrd="4" destOrd="0" parTransId="{5360F331-4333-414D-AC98-2E378519201C}" sibTransId="{45A5BD50-0520-4B4A-833D-B78FCEB4B7A6}"/>
    <dgm:cxn modelId="{B8E53442-14AB-4A2D-A601-B2272780ECA3}" srcId="{AB7BDA22-6E95-4545-85E1-73E9770764A8}" destId="{2DBC1E85-D57F-45A7-B9C0-79E979D6CE72}" srcOrd="3" destOrd="0" parTransId="{B85E2CC5-804F-4CE6-BB47-B5583E86829C}" sibTransId="{07BE689C-A621-4DBC-8FE5-4378BA5B0710}"/>
    <dgm:cxn modelId="{9CCDE944-55EF-4E35-80B9-83DE9EA4F319}" srcId="{AB7BDA22-6E95-4545-85E1-73E9770764A8}" destId="{5AF82B4A-8B0C-4BF7-8366-CDEF15696505}" srcOrd="2" destOrd="0" parTransId="{A4289E11-B29F-43FB-A295-FD827929115D}" sibTransId="{C319D7FC-434D-4808-9119-16ABD8935EA0}"/>
    <dgm:cxn modelId="{6084A77B-943A-43B2-A84E-3B711472754B}" type="presOf" srcId="{AB7BDA22-6E95-4545-85E1-73E9770764A8}" destId="{BEA6E8E3-ACD3-4C26-8B20-D1DCA3ADA1AC}" srcOrd="0" destOrd="0" presId="urn:microsoft.com/office/officeart/2018/2/layout/IconVerticalSolidList"/>
    <dgm:cxn modelId="{12BB46BA-EEBB-443F-A746-E4FD78156C71}" srcId="{AB7BDA22-6E95-4545-85E1-73E9770764A8}" destId="{37E0C174-A00F-47A2-BAA1-172BA0BA8771}" srcOrd="1" destOrd="0" parTransId="{EF144D72-5FCF-4FDB-97AE-7D2140BD2E21}" sibTransId="{B3A0C488-EA94-4761-A6FE-06D4E7DCD1EF}"/>
    <dgm:cxn modelId="{E10BDCBA-79D5-4988-8EDE-7B9E7C3F544E}" type="presOf" srcId="{2DBC1E85-D57F-45A7-B9C0-79E979D6CE72}" destId="{3173FBAB-8B86-4D66-97FA-A28B058580E9}" srcOrd="0" destOrd="0" presId="urn:microsoft.com/office/officeart/2018/2/layout/IconVerticalSolidList"/>
    <dgm:cxn modelId="{0C50D5D9-4E80-4FD8-B654-5AE16FADF8DD}" type="presOf" srcId="{920F1452-5F53-4566-9776-47E1697E69D6}" destId="{4A4CFC10-F1BE-4AC0-B0D1-689F2AAEDA9B}" srcOrd="0" destOrd="0" presId="urn:microsoft.com/office/officeart/2018/2/layout/IconVerticalSolidList"/>
    <dgm:cxn modelId="{5758D4E0-3982-49B9-B7DB-A324AC0FB26D}" type="presOf" srcId="{37E0C174-A00F-47A2-BAA1-172BA0BA8771}" destId="{5825710C-5111-4C78-8A13-4D7ECEBE0238}" srcOrd="0" destOrd="0" presId="urn:microsoft.com/office/officeart/2018/2/layout/IconVerticalSolidList"/>
    <dgm:cxn modelId="{AE952DF4-29E3-49BF-8145-4CC6BC4BA495}" srcId="{AB7BDA22-6E95-4545-85E1-73E9770764A8}" destId="{43C3CDF5-A0F8-4704-8408-4A20CC580D0D}" srcOrd="0" destOrd="0" parTransId="{A767176F-C604-4011-9A5B-FC12FCB7E917}" sibTransId="{4E5BD295-8540-4E9F-8414-4454726C2722}"/>
    <dgm:cxn modelId="{BA92E4FF-55EA-485F-8D49-A493D4C01071}" type="presOf" srcId="{5AF82B4A-8B0C-4BF7-8366-CDEF15696505}" destId="{FF44F105-6FAC-4AB2-A30B-0238D4044FCE}" srcOrd="0" destOrd="0" presId="urn:microsoft.com/office/officeart/2018/2/layout/IconVerticalSolidList"/>
    <dgm:cxn modelId="{739FD7CC-B2FC-4129-BB1E-E570E1ED15DA}" type="presParOf" srcId="{BEA6E8E3-ACD3-4C26-8B20-D1DCA3ADA1AC}" destId="{84C0E85E-19E3-45D6-A3CD-0D79FE1949B5}" srcOrd="0" destOrd="0" presId="urn:microsoft.com/office/officeart/2018/2/layout/IconVerticalSolidList"/>
    <dgm:cxn modelId="{61B051DD-48D8-4840-ABC2-446BBA10A2AE}" type="presParOf" srcId="{84C0E85E-19E3-45D6-A3CD-0D79FE1949B5}" destId="{F04ED552-D9E5-4618-BDD6-A848A9657616}" srcOrd="0" destOrd="0" presId="urn:microsoft.com/office/officeart/2018/2/layout/IconVerticalSolidList"/>
    <dgm:cxn modelId="{2E8FFDEA-B290-4EB1-A77A-37251B449FA4}" type="presParOf" srcId="{84C0E85E-19E3-45D6-A3CD-0D79FE1949B5}" destId="{38811A29-5DD4-4639-89EF-C61E04AF32AF}" srcOrd="1" destOrd="0" presId="urn:microsoft.com/office/officeart/2018/2/layout/IconVerticalSolidList"/>
    <dgm:cxn modelId="{262E4B01-BFB5-4F1C-86EA-8C838597BF41}" type="presParOf" srcId="{84C0E85E-19E3-45D6-A3CD-0D79FE1949B5}" destId="{BAF42BB6-FE2F-458C-BEAA-B8591722D6FF}" srcOrd="2" destOrd="0" presId="urn:microsoft.com/office/officeart/2018/2/layout/IconVerticalSolidList"/>
    <dgm:cxn modelId="{634D8A45-FBFB-47D7-9174-7929C064FC07}" type="presParOf" srcId="{84C0E85E-19E3-45D6-A3CD-0D79FE1949B5}" destId="{BF10D19A-700B-4170-B364-BA69E59945FD}" srcOrd="3" destOrd="0" presId="urn:microsoft.com/office/officeart/2018/2/layout/IconVerticalSolidList"/>
    <dgm:cxn modelId="{9897B7BA-59E8-4909-AF39-BFC7386A7EC7}" type="presParOf" srcId="{BEA6E8E3-ACD3-4C26-8B20-D1DCA3ADA1AC}" destId="{74D90A52-DD3D-466C-9455-4D73F6E715D6}" srcOrd="1" destOrd="0" presId="urn:microsoft.com/office/officeart/2018/2/layout/IconVerticalSolidList"/>
    <dgm:cxn modelId="{B924AE75-E7D5-434F-B1B1-AEC32EB37E75}" type="presParOf" srcId="{BEA6E8E3-ACD3-4C26-8B20-D1DCA3ADA1AC}" destId="{795B3C37-D76A-455C-A34E-E2161A87D4F3}" srcOrd="2" destOrd="0" presId="urn:microsoft.com/office/officeart/2018/2/layout/IconVerticalSolidList"/>
    <dgm:cxn modelId="{1CEEFFFA-D0AD-4733-9F26-10495D3A2C19}" type="presParOf" srcId="{795B3C37-D76A-455C-A34E-E2161A87D4F3}" destId="{B7A31495-B755-42BF-A5CD-2291826BA091}" srcOrd="0" destOrd="0" presId="urn:microsoft.com/office/officeart/2018/2/layout/IconVerticalSolidList"/>
    <dgm:cxn modelId="{8179E702-558B-4BCE-BA4C-E0541BE90306}" type="presParOf" srcId="{795B3C37-D76A-455C-A34E-E2161A87D4F3}" destId="{6FE0D45A-15F3-41F7-9D3F-4727C1FF6D05}" srcOrd="1" destOrd="0" presId="urn:microsoft.com/office/officeart/2018/2/layout/IconVerticalSolidList"/>
    <dgm:cxn modelId="{91CB11D1-8FBE-4C4D-8699-68D784516B62}" type="presParOf" srcId="{795B3C37-D76A-455C-A34E-E2161A87D4F3}" destId="{4D47070E-F659-4EFC-88F3-2F74632CD35F}" srcOrd="2" destOrd="0" presId="urn:microsoft.com/office/officeart/2018/2/layout/IconVerticalSolidList"/>
    <dgm:cxn modelId="{25293719-9F27-43C4-B4CC-415165EB50C4}" type="presParOf" srcId="{795B3C37-D76A-455C-A34E-E2161A87D4F3}" destId="{5825710C-5111-4C78-8A13-4D7ECEBE0238}" srcOrd="3" destOrd="0" presId="urn:microsoft.com/office/officeart/2018/2/layout/IconVerticalSolidList"/>
    <dgm:cxn modelId="{519D8F3F-723E-494C-94A8-01897B047EFD}" type="presParOf" srcId="{BEA6E8E3-ACD3-4C26-8B20-D1DCA3ADA1AC}" destId="{995952A4-6C13-474A-AB32-89C302ABB1BB}" srcOrd="3" destOrd="0" presId="urn:microsoft.com/office/officeart/2018/2/layout/IconVerticalSolidList"/>
    <dgm:cxn modelId="{34B04BFC-9FE8-4D79-891B-43113CCA11C3}" type="presParOf" srcId="{BEA6E8E3-ACD3-4C26-8B20-D1DCA3ADA1AC}" destId="{B0F7D5E0-9B3B-4E5B-9CA7-D8BBA70C5D44}" srcOrd="4" destOrd="0" presId="urn:microsoft.com/office/officeart/2018/2/layout/IconVerticalSolidList"/>
    <dgm:cxn modelId="{BA0C5FAE-998B-491F-9F31-EC4BF4A0CD51}" type="presParOf" srcId="{B0F7D5E0-9B3B-4E5B-9CA7-D8BBA70C5D44}" destId="{02D0B389-263B-4739-9DB9-60F2EEBAE687}" srcOrd="0" destOrd="0" presId="urn:microsoft.com/office/officeart/2018/2/layout/IconVerticalSolidList"/>
    <dgm:cxn modelId="{2AEB4455-CEB8-4B23-A949-A63F482363C1}" type="presParOf" srcId="{B0F7D5E0-9B3B-4E5B-9CA7-D8BBA70C5D44}" destId="{655E3985-9F7F-4ED5-9058-2257D3AA554E}" srcOrd="1" destOrd="0" presId="urn:microsoft.com/office/officeart/2018/2/layout/IconVerticalSolidList"/>
    <dgm:cxn modelId="{E39D359A-9006-4D52-A599-90CA732B512C}" type="presParOf" srcId="{B0F7D5E0-9B3B-4E5B-9CA7-D8BBA70C5D44}" destId="{A97B8B1A-C6CE-476B-A4D6-0FB9BDA8193B}" srcOrd="2" destOrd="0" presId="urn:microsoft.com/office/officeart/2018/2/layout/IconVerticalSolidList"/>
    <dgm:cxn modelId="{FCFAE070-CFDF-43FC-B19A-774A4C643FB2}" type="presParOf" srcId="{B0F7D5E0-9B3B-4E5B-9CA7-D8BBA70C5D44}" destId="{FF44F105-6FAC-4AB2-A30B-0238D4044FCE}" srcOrd="3" destOrd="0" presId="urn:microsoft.com/office/officeart/2018/2/layout/IconVerticalSolidList"/>
    <dgm:cxn modelId="{7C3F25F2-FC43-46EA-9840-07E8832B54BC}" type="presParOf" srcId="{BEA6E8E3-ACD3-4C26-8B20-D1DCA3ADA1AC}" destId="{5E3E4D57-45C1-4F1A-BAB3-8663134E4688}" srcOrd="5" destOrd="0" presId="urn:microsoft.com/office/officeart/2018/2/layout/IconVerticalSolidList"/>
    <dgm:cxn modelId="{92C02178-48D0-415F-A7AD-994B709D6493}" type="presParOf" srcId="{BEA6E8E3-ACD3-4C26-8B20-D1DCA3ADA1AC}" destId="{5F959761-9892-495D-A322-610D5677AD4C}" srcOrd="6" destOrd="0" presId="urn:microsoft.com/office/officeart/2018/2/layout/IconVerticalSolidList"/>
    <dgm:cxn modelId="{827231E6-BE9C-4D6C-A100-504D2BBE90C6}" type="presParOf" srcId="{5F959761-9892-495D-A322-610D5677AD4C}" destId="{6B5C9C0B-EBF2-4CF9-AD2C-31DFB2B348CB}" srcOrd="0" destOrd="0" presId="urn:microsoft.com/office/officeart/2018/2/layout/IconVerticalSolidList"/>
    <dgm:cxn modelId="{95B302F6-7A53-4BEB-975A-9BB34FA29229}" type="presParOf" srcId="{5F959761-9892-495D-A322-610D5677AD4C}" destId="{1D759895-36A1-4008-9E6D-248311066CA1}" srcOrd="1" destOrd="0" presId="urn:microsoft.com/office/officeart/2018/2/layout/IconVerticalSolidList"/>
    <dgm:cxn modelId="{85A1560A-C5C9-49A0-B86A-CD8D005B2705}" type="presParOf" srcId="{5F959761-9892-495D-A322-610D5677AD4C}" destId="{15C45FB0-930E-40A8-BB51-F7C5FA01B8D3}" srcOrd="2" destOrd="0" presId="urn:microsoft.com/office/officeart/2018/2/layout/IconVerticalSolidList"/>
    <dgm:cxn modelId="{034EA777-C6F1-4B32-A8A8-6E69A445E8A4}" type="presParOf" srcId="{5F959761-9892-495D-A322-610D5677AD4C}" destId="{3173FBAB-8B86-4D66-97FA-A28B058580E9}" srcOrd="3" destOrd="0" presId="urn:microsoft.com/office/officeart/2018/2/layout/IconVerticalSolidList"/>
    <dgm:cxn modelId="{5D0ABD53-908C-4375-A863-B62556EB7495}" type="presParOf" srcId="{BEA6E8E3-ACD3-4C26-8B20-D1DCA3ADA1AC}" destId="{A8950B15-B9B8-4255-87B0-DF95CCCFCA69}" srcOrd="7" destOrd="0" presId="urn:microsoft.com/office/officeart/2018/2/layout/IconVerticalSolidList"/>
    <dgm:cxn modelId="{62E5859E-BB9B-4673-A3A6-E34604DF43F7}" type="presParOf" srcId="{BEA6E8E3-ACD3-4C26-8B20-D1DCA3ADA1AC}" destId="{1BDF74E1-60C5-465B-A23E-F83D00ED0C39}" srcOrd="8" destOrd="0" presId="urn:microsoft.com/office/officeart/2018/2/layout/IconVerticalSolidList"/>
    <dgm:cxn modelId="{05DCB242-4FE0-4CEC-A1D8-4C76F3BC3484}" type="presParOf" srcId="{1BDF74E1-60C5-465B-A23E-F83D00ED0C39}" destId="{D05A2556-ABD6-43AC-9DDF-42774AB07B35}" srcOrd="0" destOrd="0" presId="urn:microsoft.com/office/officeart/2018/2/layout/IconVerticalSolidList"/>
    <dgm:cxn modelId="{BC04148D-631D-4754-A627-C7944AC16134}" type="presParOf" srcId="{1BDF74E1-60C5-465B-A23E-F83D00ED0C39}" destId="{2AB3E6F5-BAAB-466D-AC47-9E773C8F3038}" srcOrd="1" destOrd="0" presId="urn:microsoft.com/office/officeart/2018/2/layout/IconVerticalSolidList"/>
    <dgm:cxn modelId="{EB4E0ECE-71E1-453B-A779-51802DD787D0}" type="presParOf" srcId="{1BDF74E1-60C5-465B-A23E-F83D00ED0C39}" destId="{78225871-DED0-485D-A6FB-F3DD8924D7FE}" srcOrd="2" destOrd="0" presId="urn:microsoft.com/office/officeart/2018/2/layout/IconVerticalSolidList"/>
    <dgm:cxn modelId="{E67973A0-A1EB-47F5-AF0C-7CE5B0E827CF}" type="presParOf" srcId="{1BDF74E1-60C5-465B-A23E-F83D00ED0C39}" destId="{4A4CFC10-F1BE-4AC0-B0D1-689F2AAEDA9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8DA65-EC24-8C4C-85B5-FF62E7749B32}">
      <dsp:nvSpPr>
        <dsp:cNvPr id="0" name=""/>
        <dsp:cNvSpPr/>
      </dsp:nvSpPr>
      <dsp:spPr>
        <a:xfrm>
          <a:off x="424089" y="588468"/>
          <a:ext cx="3880553" cy="3880553"/>
        </a:xfrm>
        <a:prstGeom prst="pie">
          <a:avLst>
            <a:gd name="adj1" fmla="val 16200000"/>
            <a:gd name="adj2" fmla="val 205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Mantuano Francesco – Analista </a:t>
          </a:r>
          <a:endParaRPr lang="en-US" sz="1800" kern="1200"/>
        </a:p>
      </dsp:txBody>
      <dsp:txXfrm>
        <a:off x="2448444" y="1240771"/>
        <a:ext cx="1247320" cy="831547"/>
      </dsp:txXfrm>
    </dsp:sp>
    <dsp:sp modelId="{28B42334-C8FA-294B-8006-D3F5D210051E}">
      <dsp:nvSpPr>
        <dsp:cNvPr id="0" name=""/>
        <dsp:cNvSpPr/>
      </dsp:nvSpPr>
      <dsp:spPr>
        <a:xfrm>
          <a:off x="457350" y="691950"/>
          <a:ext cx="3880553" cy="3880553"/>
        </a:xfrm>
        <a:prstGeom prst="pie">
          <a:avLst>
            <a:gd name="adj1" fmla="val 20520000"/>
            <a:gd name="adj2" fmla="val 32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Sangiorgi Edoardo – Arch </a:t>
          </a:r>
          <a:endParaRPr lang="en-US" sz="1800" kern="1200"/>
        </a:p>
      </dsp:txBody>
      <dsp:txXfrm>
        <a:off x="2956611" y="2464993"/>
        <a:ext cx="1154926" cy="923941"/>
      </dsp:txXfrm>
    </dsp:sp>
    <dsp:sp modelId="{75C7CF97-D48C-4B4E-99B2-8F2B47B5DED1}">
      <dsp:nvSpPr>
        <dsp:cNvPr id="0" name=""/>
        <dsp:cNvSpPr/>
      </dsp:nvSpPr>
      <dsp:spPr>
        <a:xfrm>
          <a:off x="369576" y="755702"/>
          <a:ext cx="3880553" cy="3880553"/>
        </a:xfrm>
        <a:prstGeom prst="pie">
          <a:avLst>
            <a:gd name="adj1" fmla="val 3240000"/>
            <a:gd name="adj2" fmla="val 756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Diglio Angelo – QA</a:t>
          </a:r>
          <a:endParaRPr lang="en-US" sz="1800" kern="1200"/>
        </a:p>
      </dsp:txBody>
      <dsp:txXfrm>
        <a:off x="1755488" y="3481328"/>
        <a:ext cx="1108729" cy="1016335"/>
      </dsp:txXfrm>
    </dsp:sp>
    <dsp:sp modelId="{635F041E-BC9B-F64C-B9F7-BA64E3475463}">
      <dsp:nvSpPr>
        <dsp:cNvPr id="0" name=""/>
        <dsp:cNvSpPr/>
      </dsp:nvSpPr>
      <dsp:spPr>
        <a:xfrm>
          <a:off x="281802" y="691950"/>
          <a:ext cx="3880553" cy="3880553"/>
        </a:xfrm>
        <a:prstGeom prst="pie">
          <a:avLst>
            <a:gd name="adj1" fmla="val 7560000"/>
            <a:gd name="adj2" fmla="val 1188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Valenti Andrea – QA </a:t>
          </a:r>
          <a:endParaRPr lang="en-US" sz="1800" kern="1200"/>
        </a:p>
      </dsp:txBody>
      <dsp:txXfrm>
        <a:off x="508167" y="2464993"/>
        <a:ext cx="1154926" cy="923941"/>
      </dsp:txXfrm>
    </dsp:sp>
    <dsp:sp modelId="{47EB4EC4-B65E-894E-94A0-5C33C9E380D5}">
      <dsp:nvSpPr>
        <dsp:cNvPr id="0" name=""/>
        <dsp:cNvSpPr/>
      </dsp:nvSpPr>
      <dsp:spPr>
        <a:xfrm>
          <a:off x="315063" y="588468"/>
          <a:ext cx="3880553" cy="3880553"/>
        </a:xfrm>
        <a:prstGeom prst="pie">
          <a:avLst>
            <a:gd name="adj1" fmla="val 1188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Panarello Giulia – UX e UI Design</a:t>
          </a:r>
          <a:endParaRPr lang="en-US" sz="1800" kern="1200" dirty="0"/>
        </a:p>
      </dsp:txBody>
      <dsp:txXfrm>
        <a:off x="923941" y="1240771"/>
        <a:ext cx="1247320" cy="831547"/>
      </dsp:txXfrm>
    </dsp:sp>
    <dsp:sp modelId="{1C0281BA-EA03-2E4E-A2DD-3B06C0A1DBFF}">
      <dsp:nvSpPr>
        <dsp:cNvPr id="0" name=""/>
        <dsp:cNvSpPr/>
      </dsp:nvSpPr>
      <dsp:spPr>
        <a:xfrm>
          <a:off x="183681" y="348244"/>
          <a:ext cx="4361002" cy="4361002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313CC-D82E-E04D-B1F9-2F059ECA7E00}">
      <dsp:nvSpPr>
        <dsp:cNvPr id="0" name=""/>
        <dsp:cNvSpPr/>
      </dsp:nvSpPr>
      <dsp:spPr>
        <a:xfrm>
          <a:off x="217394" y="451691"/>
          <a:ext cx="4361002" cy="4361002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540BD-8161-414A-AAAE-60BD123B985A}">
      <dsp:nvSpPr>
        <dsp:cNvPr id="0" name=""/>
        <dsp:cNvSpPr/>
      </dsp:nvSpPr>
      <dsp:spPr>
        <a:xfrm>
          <a:off x="129351" y="515638"/>
          <a:ext cx="4361002" cy="4361002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0A68D-1A1C-9C49-99A0-F6108AAF4972}">
      <dsp:nvSpPr>
        <dsp:cNvPr id="0" name=""/>
        <dsp:cNvSpPr/>
      </dsp:nvSpPr>
      <dsp:spPr>
        <a:xfrm>
          <a:off x="41309" y="451691"/>
          <a:ext cx="4361002" cy="4361002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97819-8EF7-8643-B555-A70A1722928F}">
      <dsp:nvSpPr>
        <dsp:cNvPr id="0" name=""/>
        <dsp:cNvSpPr/>
      </dsp:nvSpPr>
      <dsp:spPr>
        <a:xfrm>
          <a:off x="75021" y="348244"/>
          <a:ext cx="4361002" cy="4361002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24CA4-4585-CE40-95AA-047976310C3C}">
      <dsp:nvSpPr>
        <dsp:cNvPr id="0" name=""/>
        <dsp:cNvSpPr/>
      </dsp:nvSpPr>
      <dsp:spPr>
        <a:xfrm>
          <a:off x="0" y="57554"/>
          <a:ext cx="6692813" cy="608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Creazione di una chat di gruppo </a:t>
          </a:r>
          <a:endParaRPr lang="en-US" sz="2600" kern="1200" dirty="0"/>
        </a:p>
      </dsp:txBody>
      <dsp:txXfrm>
        <a:off x="29700" y="87254"/>
        <a:ext cx="6633413" cy="549000"/>
      </dsp:txXfrm>
    </dsp:sp>
    <dsp:sp modelId="{163E757C-9567-6B4C-B413-3C7F332D4621}">
      <dsp:nvSpPr>
        <dsp:cNvPr id="0" name=""/>
        <dsp:cNvSpPr/>
      </dsp:nvSpPr>
      <dsp:spPr>
        <a:xfrm>
          <a:off x="0" y="740834"/>
          <a:ext cx="6692813" cy="608400"/>
        </a:xfrm>
        <a:prstGeom prst="roundRect">
          <a:avLst/>
        </a:prstGeom>
        <a:gradFill rotWithShape="0">
          <a:gsLst>
            <a:gs pos="0">
              <a:schemeClr val="accent2">
                <a:hueOff val="-452075"/>
                <a:satOff val="-276"/>
                <a:lumOff val="1078"/>
                <a:alphaOff val="0"/>
                <a:tint val="96000"/>
                <a:lumMod val="100000"/>
              </a:schemeClr>
            </a:gs>
            <a:gs pos="78000">
              <a:schemeClr val="accent2">
                <a:hueOff val="-452075"/>
                <a:satOff val="-276"/>
                <a:lumOff val="107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Creazione di una chat privata </a:t>
          </a:r>
          <a:endParaRPr lang="en-US" sz="2600" kern="1200" dirty="0"/>
        </a:p>
      </dsp:txBody>
      <dsp:txXfrm>
        <a:off x="29700" y="770534"/>
        <a:ext cx="6633413" cy="549000"/>
      </dsp:txXfrm>
    </dsp:sp>
    <dsp:sp modelId="{146AFC69-5237-E449-A42C-774493391D99}">
      <dsp:nvSpPr>
        <dsp:cNvPr id="0" name=""/>
        <dsp:cNvSpPr/>
      </dsp:nvSpPr>
      <dsp:spPr>
        <a:xfrm>
          <a:off x="0" y="1424114"/>
          <a:ext cx="6692813" cy="608400"/>
        </a:xfrm>
        <a:prstGeom prst="roundRect">
          <a:avLst/>
        </a:prstGeom>
        <a:gradFill rotWithShape="0">
          <a:gsLst>
            <a:gs pos="0">
              <a:schemeClr val="accent2">
                <a:hueOff val="-904150"/>
                <a:satOff val="-552"/>
                <a:lumOff val="2157"/>
                <a:alphaOff val="0"/>
                <a:tint val="96000"/>
                <a:lumMod val="100000"/>
              </a:schemeClr>
            </a:gs>
            <a:gs pos="78000">
              <a:schemeClr val="accent2">
                <a:hueOff val="-904150"/>
                <a:satOff val="-552"/>
                <a:lumOff val="215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/>
            <a:t>Scrivere in privato a partire da un gruppo </a:t>
          </a:r>
          <a:endParaRPr lang="en-US" sz="2600" kern="1200"/>
        </a:p>
      </dsp:txBody>
      <dsp:txXfrm>
        <a:off x="29700" y="1453814"/>
        <a:ext cx="6633413" cy="549000"/>
      </dsp:txXfrm>
    </dsp:sp>
    <dsp:sp modelId="{5DF65FCF-C176-6C4D-B9A0-B537F8193CE5}">
      <dsp:nvSpPr>
        <dsp:cNvPr id="0" name=""/>
        <dsp:cNvSpPr/>
      </dsp:nvSpPr>
      <dsp:spPr>
        <a:xfrm>
          <a:off x="0" y="2107394"/>
          <a:ext cx="6692813" cy="608400"/>
        </a:xfrm>
        <a:prstGeom prst="roundRect">
          <a:avLst/>
        </a:prstGeom>
        <a:gradFill rotWithShape="0">
          <a:gsLst>
            <a:gs pos="0">
              <a:schemeClr val="accent2">
                <a:hueOff val="-1356225"/>
                <a:satOff val="-828"/>
                <a:lumOff val="3235"/>
                <a:alphaOff val="0"/>
                <a:tint val="96000"/>
                <a:lumMod val="100000"/>
              </a:schemeClr>
            </a:gs>
            <a:gs pos="78000">
              <a:schemeClr val="accent2">
                <a:hueOff val="-1356225"/>
                <a:satOff val="-828"/>
                <a:lumOff val="323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Visualizzare informazioni entità e dati </a:t>
          </a:r>
          <a:endParaRPr lang="en-US" sz="2600" kern="1200" dirty="0"/>
        </a:p>
      </dsp:txBody>
      <dsp:txXfrm>
        <a:off x="29700" y="2137094"/>
        <a:ext cx="6633413" cy="549000"/>
      </dsp:txXfrm>
    </dsp:sp>
    <dsp:sp modelId="{19EAF1AC-86ED-844C-A100-F54471958CB4}">
      <dsp:nvSpPr>
        <dsp:cNvPr id="0" name=""/>
        <dsp:cNvSpPr/>
      </dsp:nvSpPr>
      <dsp:spPr>
        <a:xfrm>
          <a:off x="0" y="2790675"/>
          <a:ext cx="6692813" cy="608400"/>
        </a:xfrm>
        <a:prstGeom prst="roundRect">
          <a:avLst/>
        </a:prstGeom>
        <a:gradFill rotWithShape="0">
          <a:gsLst>
            <a:gs pos="0">
              <a:schemeClr val="accent2">
                <a:hueOff val="-1808300"/>
                <a:satOff val="-1104"/>
                <a:lumOff val="4314"/>
                <a:alphaOff val="0"/>
                <a:tint val="96000"/>
                <a:lumMod val="100000"/>
              </a:schemeClr>
            </a:gs>
            <a:gs pos="78000">
              <a:schemeClr val="accent2">
                <a:hueOff val="-1808300"/>
                <a:satOff val="-1104"/>
                <a:lumOff val="431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Rendi un utente amministratore</a:t>
          </a:r>
          <a:endParaRPr lang="en-US" sz="2600" kern="1200" dirty="0"/>
        </a:p>
      </dsp:txBody>
      <dsp:txXfrm>
        <a:off x="29700" y="2820375"/>
        <a:ext cx="6633413" cy="549000"/>
      </dsp:txXfrm>
    </dsp:sp>
    <dsp:sp modelId="{25A41BF0-3CD7-1047-9ECF-9F4E6DCCB62E}">
      <dsp:nvSpPr>
        <dsp:cNvPr id="0" name=""/>
        <dsp:cNvSpPr/>
      </dsp:nvSpPr>
      <dsp:spPr>
        <a:xfrm>
          <a:off x="0" y="3473955"/>
          <a:ext cx="6692813" cy="608400"/>
        </a:xfrm>
        <a:prstGeom prst="roundRect">
          <a:avLst/>
        </a:prstGeom>
        <a:gradFill rotWithShape="0">
          <a:gsLst>
            <a:gs pos="0">
              <a:schemeClr val="accent2">
                <a:hueOff val="-2260375"/>
                <a:satOff val="-1380"/>
                <a:lumOff val="5392"/>
                <a:alphaOff val="0"/>
                <a:tint val="96000"/>
                <a:lumMod val="100000"/>
              </a:schemeClr>
            </a:gs>
            <a:gs pos="78000">
              <a:schemeClr val="accent2">
                <a:hueOff val="-2260375"/>
                <a:satOff val="-1380"/>
                <a:lumOff val="539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Rimuovi utente da una chat </a:t>
          </a:r>
          <a:endParaRPr lang="en-US" sz="2600" kern="1200" dirty="0"/>
        </a:p>
      </dsp:txBody>
      <dsp:txXfrm>
        <a:off x="29700" y="3503655"/>
        <a:ext cx="6633413" cy="549000"/>
      </dsp:txXfrm>
    </dsp:sp>
    <dsp:sp modelId="{577F45E3-2227-2346-BF9C-C8321AF473E7}">
      <dsp:nvSpPr>
        <dsp:cNvPr id="0" name=""/>
        <dsp:cNvSpPr/>
      </dsp:nvSpPr>
      <dsp:spPr>
        <a:xfrm>
          <a:off x="0" y="4157235"/>
          <a:ext cx="6692813" cy="608400"/>
        </a:xfrm>
        <a:prstGeom prst="roundRec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Lascia una chat </a:t>
          </a:r>
          <a:endParaRPr lang="en-US" sz="2600" kern="1200" dirty="0"/>
        </a:p>
      </dsp:txBody>
      <dsp:txXfrm>
        <a:off x="29700" y="4186935"/>
        <a:ext cx="6633413" cy="549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4ED552-D9E5-4618-BDD6-A848A9657616}">
      <dsp:nvSpPr>
        <dsp:cNvPr id="0" name=""/>
        <dsp:cNvSpPr/>
      </dsp:nvSpPr>
      <dsp:spPr>
        <a:xfrm>
          <a:off x="0" y="3031"/>
          <a:ext cx="8596668" cy="645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811A29-5DD4-4639-89EF-C61E04AF32AF}">
      <dsp:nvSpPr>
        <dsp:cNvPr id="0" name=""/>
        <dsp:cNvSpPr/>
      </dsp:nvSpPr>
      <dsp:spPr>
        <a:xfrm>
          <a:off x="195349" y="148333"/>
          <a:ext cx="355181" cy="3551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0D19A-700B-4170-B364-BA69E59945FD}">
      <dsp:nvSpPr>
        <dsp:cNvPr id="0" name=""/>
        <dsp:cNvSpPr/>
      </dsp:nvSpPr>
      <dsp:spPr>
        <a:xfrm>
          <a:off x="745881" y="3031"/>
          <a:ext cx="7850786" cy="6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46" tIns="68346" rIns="68346" bIns="6834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0" i="0" kern="1200" dirty="0"/>
            <a:t>recupero da una API esterna (</a:t>
          </a:r>
          <a:r>
            <a:rPr lang="it-IT" sz="1700" b="0" i="0" kern="1200" dirty="0" err="1"/>
            <a:t>Mockoon</a:t>
          </a:r>
          <a:r>
            <a:rPr lang="it-IT" sz="1700" b="0" i="0" kern="1200" dirty="0"/>
            <a:t>) eventi e utenti disponibili</a:t>
          </a:r>
          <a:endParaRPr lang="en-US" sz="1700" kern="1200" dirty="0"/>
        </a:p>
      </dsp:txBody>
      <dsp:txXfrm>
        <a:off x="745881" y="3031"/>
        <a:ext cx="7850786" cy="645784"/>
      </dsp:txXfrm>
    </dsp:sp>
    <dsp:sp modelId="{B7A31495-B755-42BF-A5CD-2291826BA091}">
      <dsp:nvSpPr>
        <dsp:cNvPr id="0" name=""/>
        <dsp:cNvSpPr/>
      </dsp:nvSpPr>
      <dsp:spPr>
        <a:xfrm>
          <a:off x="0" y="810262"/>
          <a:ext cx="8596668" cy="645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E0D45A-15F3-41F7-9D3F-4727C1FF6D05}">
      <dsp:nvSpPr>
        <dsp:cNvPr id="0" name=""/>
        <dsp:cNvSpPr/>
      </dsp:nvSpPr>
      <dsp:spPr>
        <a:xfrm>
          <a:off x="195349" y="955564"/>
          <a:ext cx="355181" cy="3551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25710C-5111-4C78-8A13-4D7ECEBE0238}">
      <dsp:nvSpPr>
        <dsp:cNvPr id="0" name=""/>
        <dsp:cNvSpPr/>
      </dsp:nvSpPr>
      <dsp:spPr>
        <a:xfrm>
          <a:off x="745881" y="810262"/>
          <a:ext cx="7850786" cy="6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46" tIns="68346" rIns="68346" bIns="6834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0" i="0" kern="1200"/>
            <a:t>selezione </a:t>
          </a:r>
          <a:r>
            <a:rPr lang="it-IT" sz="1700" kern="1200"/>
            <a:t>di un solo </a:t>
          </a:r>
          <a:r>
            <a:rPr lang="it-IT" sz="1700" b="0" i="0" kern="1200"/>
            <a:t>evento fra quelli mostrati nella rispettiva lista </a:t>
          </a:r>
          <a:endParaRPr lang="en-US" sz="1700" kern="1200"/>
        </a:p>
      </dsp:txBody>
      <dsp:txXfrm>
        <a:off x="745881" y="810262"/>
        <a:ext cx="7850786" cy="645784"/>
      </dsp:txXfrm>
    </dsp:sp>
    <dsp:sp modelId="{02D0B389-263B-4739-9DB9-60F2EEBAE687}">
      <dsp:nvSpPr>
        <dsp:cNvPr id="0" name=""/>
        <dsp:cNvSpPr/>
      </dsp:nvSpPr>
      <dsp:spPr>
        <a:xfrm>
          <a:off x="0" y="1617494"/>
          <a:ext cx="8596668" cy="645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5E3985-9F7F-4ED5-9058-2257D3AA554E}">
      <dsp:nvSpPr>
        <dsp:cNvPr id="0" name=""/>
        <dsp:cNvSpPr/>
      </dsp:nvSpPr>
      <dsp:spPr>
        <a:xfrm>
          <a:off x="195349" y="1762795"/>
          <a:ext cx="355181" cy="3551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4F105-6FAC-4AB2-A30B-0238D4044FCE}">
      <dsp:nvSpPr>
        <dsp:cNvPr id="0" name=""/>
        <dsp:cNvSpPr/>
      </dsp:nvSpPr>
      <dsp:spPr>
        <a:xfrm>
          <a:off x="745881" y="1617494"/>
          <a:ext cx="7850786" cy="6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46" tIns="68346" rIns="68346" bIns="6834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0" i="0" kern="1200"/>
            <a:t>selezione </a:t>
          </a:r>
          <a:r>
            <a:rPr lang="it-IT" sz="1700" kern="1200"/>
            <a:t>di molteplici </a:t>
          </a:r>
          <a:r>
            <a:rPr lang="it-IT" sz="1700" b="0" i="0" kern="1200"/>
            <a:t>utenti (1 o più) tra quelli quelli </a:t>
          </a:r>
          <a:r>
            <a:rPr lang="it-IT" sz="1700" kern="1200"/>
            <a:t>mostrati nella rispettiva lista</a:t>
          </a:r>
          <a:endParaRPr lang="en-US" sz="1700" kern="1200"/>
        </a:p>
      </dsp:txBody>
      <dsp:txXfrm>
        <a:off x="745881" y="1617494"/>
        <a:ext cx="7850786" cy="645784"/>
      </dsp:txXfrm>
    </dsp:sp>
    <dsp:sp modelId="{6B5C9C0B-EBF2-4CF9-AD2C-31DFB2B348CB}">
      <dsp:nvSpPr>
        <dsp:cNvPr id="0" name=""/>
        <dsp:cNvSpPr/>
      </dsp:nvSpPr>
      <dsp:spPr>
        <a:xfrm>
          <a:off x="0" y="2424725"/>
          <a:ext cx="8596668" cy="645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59895-36A1-4008-9E6D-248311066CA1}">
      <dsp:nvSpPr>
        <dsp:cNvPr id="0" name=""/>
        <dsp:cNvSpPr/>
      </dsp:nvSpPr>
      <dsp:spPr>
        <a:xfrm>
          <a:off x="195349" y="2570026"/>
          <a:ext cx="355181" cy="3551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3FBAB-8B86-4D66-97FA-A28B058580E9}">
      <dsp:nvSpPr>
        <dsp:cNvPr id="0" name=""/>
        <dsp:cNvSpPr/>
      </dsp:nvSpPr>
      <dsp:spPr>
        <a:xfrm>
          <a:off x="745881" y="2424725"/>
          <a:ext cx="7850786" cy="6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46" tIns="68346" rIns="68346" bIns="6834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0" i="0" kern="1200"/>
            <a:t>compilazione dell'oggetto chat che prende lo stesso nome dell'evento e contiene la lista degli utenti selezionati</a:t>
          </a:r>
          <a:endParaRPr lang="en-US" sz="1700" kern="1200"/>
        </a:p>
      </dsp:txBody>
      <dsp:txXfrm>
        <a:off x="745881" y="2424725"/>
        <a:ext cx="7850786" cy="645784"/>
      </dsp:txXfrm>
    </dsp:sp>
    <dsp:sp modelId="{D05A2556-ABD6-43AC-9DDF-42774AB07B35}">
      <dsp:nvSpPr>
        <dsp:cNvPr id="0" name=""/>
        <dsp:cNvSpPr/>
      </dsp:nvSpPr>
      <dsp:spPr>
        <a:xfrm>
          <a:off x="0" y="3231956"/>
          <a:ext cx="8596668" cy="645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B3E6F5-BAAB-466D-AC47-9E773C8F3038}">
      <dsp:nvSpPr>
        <dsp:cNvPr id="0" name=""/>
        <dsp:cNvSpPr/>
      </dsp:nvSpPr>
      <dsp:spPr>
        <a:xfrm>
          <a:off x="195349" y="3377257"/>
          <a:ext cx="355181" cy="35518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4CFC10-F1BE-4AC0-B0D1-689F2AAEDA9B}">
      <dsp:nvSpPr>
        <dsp:cNvPr id="0" name=""/>
        <dsp:cNvSpPr/>
      </dsp:nvSpPr>
      <dsp:spPr>
        <a:xfrm>
          <a:off x="745881" y="3231956"/>
          <a:ext cx="7850786" cy="6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46" tIns="68346" rIns="68346" bIns="6834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0" i="0" kern="1200"/>
            <a:t>salvataggio oggetto chat sul database</a:t>
          </a:r>
          <a:endParaRPr lang="en-US" sz="1700" kern="1200"/>
        </a:p>
      </dsp:txBody>
      <dsp:txXfrm>
        <a:off x="745881" y="3231956"/>
        <a:ext cx="7850786" cy="645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1949E-B297-DB4E-A444-9E39F061BDDE}" type="datetimeFigureOut">
              <a:rPr lang="it-IT" smtClean="0"/>
              <a:t>23/08/24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C626E-6FAE-BA41-B640-8D34BA02CC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684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C626E-6FAE-BA41-B640-8D34BA02CC8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0364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318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376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162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8/23/24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68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869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200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722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08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0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10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7427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472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7030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60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061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13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29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  <p:sldLayoutId id="2147483886" r:id="rId14"/>
    <p:sldLayoutId id="2147483887" r:id="rId15"/>
    <p:sldLayoutId id="21474838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Persona che osserva un telefono spento">
            <a:extLst>
              <a:ext uri="{FF2B5EF4-FFF2-40B4-BE49-F238E27FC236}">
                <a16:creationId xmlns:a16="http://schemas.microsoft.com/office/drawing/2014/main" id="{3F7A8B7A-CD15-D604-2F8A-C7A009D15B4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l="30982" r="-2" b="-2"/>
          <a:stretch/>
        </p:blipFill>
        <p:spPr>
          <a:xfrm>
            <a:off x="5097780" y="-1"/>
            <a:ext cx="7091044" cy="6858001"/>
          </a:xfrm>
          <a:custGeom>
            <a:avLst/>
            <a:gdLst/>
            <a:ahLst/>
            <a:cxnLst/>
            <a:rect l="l" t="t" r="r" b="b"/>
            <a:pathLst>
              <a:path w="7091044" h="6858001">
                <a:moveTo>
                  <a:pt x="405750" y="0"/>
                </a:moveTo>
                <a:lnTo>
                  <a:pt x="7091044" y="0"/>
                </a:lnTo>
                <a:lnTo>
                  <a:pt x="7091044" y="6858001"/>
                </a:lnTo>
                <a:lnTo>
                  <a:pt x="53572" y="6858001"/>
                </a:lnTo>
                <a:lnTo>
                  <a:pt x="1828991" y="4521201"/>
                </a:lnTo>
                <a:close/>
                <a:moveTo>
                  <a:pt x="0" y="0"/>
                </a:moveTo>
                <a:lnTo>
                  <a:pt x="405750" y="0"/>
                </a:lnTo>
                <a:lnTo>
                  <a:pt x="0" y="434"/>
                </a:lnTo>
                <a:close/>
              </a:path>
            </a:pathLst>
          </a:cu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3927006-9C4C-D72E-315D-DEA1AEFDB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3432" y="2099763"/>
            <a:ext cx="6511636" cy="15816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4100" dirty="0"/>
              <a:t>CREAZIONE APP EVENTO: </a:t>
            </a:r>
            <a:br>
              <a:rPr lang="it-IT" sz="4100" dirty="0"/>
            </a:br>
            <a:r>
              <a:rPr lang="it-IT" sz="4100" dirty="0"/>
              <a:t>INTERAZIONE TRA UTENTI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6B54EAD-94F1-1091-7A21-5D301EF4F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35" y="4050831"/>
            <a:ext cx="5113217" cy="1096901"/>
          </a:xfrm>
        </p:spPr>
        <p:txBody>
          <a:bodyPr>
            <a:normAutofit/>
          </a:bodyPr>
          <a:lstStyle/>
          <a:p>
            <a:pPr marL="285750" indent="-285750" algn="ctr">
              <a:buFontTx/>
              <a:buChar char="-"/>
            </a:pPr>
            <a:r>
              <a:rPr lang="it-IT" sz="1600" dirty="0"/>
              <a:t>Progettazione chat singole </a:t>
            </a:r>
          </a:p>
          <a:p>
            <a:pPr marL="285750" indent="-285750" algn="ctr">
              <a:buFontTx/>
              <a:buChar char="-"/>
            </a:pPr>
            <a:r>
              <a:rPr lang="it-IT" sz="1600" dirty="0"/>
              <a:t>Progettazione chat per eventi  (dove sono presenti più utenti)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7A85E05-9D34-4977-8352-DB3956997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DED616-E554-4DB6-9F28-08F38A64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3">
            <a:extLst>
              <a:ext uri="{FF2B5EF4-FFF2-40B4-BE49-F238E27FC236}">
                <a16:creationId xmlns:a16="http://schemas.microsoft.com/office/drawing/2014/main" id="{8CDA3497-1EDA-4EB3-9C27-4D9835D30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41F9764E-9AA0-49A3-9EA2-885EE991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0" name="Isosceles Triangle 24">
            <a:extLst>
              <a:ext uri="{FF2B5EF4-FFF2-40B4-BE49-F238E27FC236}">
                <a16:creationId xmlns:a16="http://schemas.microsoft.com/office/drawing/2014/main" id="{FA3A4F4A-4DC4-43F2-AC2D-06211A812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2" name="Rectangle 27">
            <a:extLst>
              <a:ext uri="{FF2B5EF4-FFF2-40B4-BE49-F238E27FC236}">
                <a16:creationId xmlns:a16="http://schemas.microsoft.com/office/drawing/2014/main" id="{84CFB374-B343-457A-B567-B4D784B1F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3" name="Rectangle 28">
            <a:extLst>
              <a:ext uri="{FF2B5EF4-FFF2-40B4-BE49-F238E27FC236}">
                <a16:creationId xmlns:a16="http://schemas.microsoft.com/office/drawing/2014/main" id="{0597FEEE-1E11-4396-BB69-B43FA92F9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A2DB2F81-3E68-4044-B7C2-03DEEC50D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1" name="Isosceles Triangle 29">
            <a:extLst>
              <a:ext uri="{FF2B5EF4-FFF2-40B4-BE49-F238E27FC236}">
                <a16:creationId xmlns:a16="http://schemas.microsoft.com/office/drawing/2014/main" id="{DC2F7294-2397-4C96-AB1E-E66CDEA3B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183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5D18D5BA-1B34-0DF7-92EA-F5F707448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pPr algn="ctr"/>
            <a:r>
              <a:rPr lang="it-IT" sz="3300" dirty="0"/>
              <a:t>DISTRUBUZIONE DEL TEAM : </a:t>
            </a:r>
            <a:br>
              <a:rPr lang="it-IT" sz="3300" dirty="0"/>
            </a:br>
            <a:r>
              <a:rPr lang="it-IT" sz="3300" dirty="0"/>
              <a:t>GLI STIRATI </a:t>
            </a:r>
          </a:p>
        </p:txBody>
      </p:sp>
      <p:graphicFrame>
        <p:nvGraphicFramePr>
          <p:cNvPr id="12" name="Segnaposto contenuto 2">
            <a:extLst>
              <a:ext uri="{FF2B5EF4-FFF2-40B4-BE49-F238E27FC236}">
                <a16:creationId xmlns:a16="http://schemas.microsoft.com/office/drawing/2014/main" id="{273D9643-0FC7-1C99-A81C-7B414169ED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0281564"/>
              </p:ext>
            </p:extLst>
          </p:nvPr>
        </p:nvGraphicFramePr>
        <p:xfrm>
          <a:off x="4654295" y="816638"/>
          <a:ext cx="4619706" cy="5224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956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5E0CC81-5660-E965-63CF-82E870D1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it-IT">
                <a:highlight>
                  <a:srgbClr val="FFFFFF"/>
                </a:highlight>
              </a:rPr>
              <a:t>EVIDENZE DELLE CERIMONIE </a:t>
            </a:r>
            <a:br>
              <a:rPr lang="it-IT">
                <a:effectLst/>
                <a:highlight>
                  <a:srgbClr val="FFFFFF"/>
                </a:highlight>
              </a:rPr>
            </a:br>
            <a:endParaRPr lang="it-IT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50B871A2-941A-72C5-9955-ED525765F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dirty="0"/>
              <a:t>Per affrontare il lavoro di gruppo abbiamo deciso di suddividerci il lavoro in piccole parti, lavorando indipendentemente o in coppia , incontrandoci tutti periodicamente, in presenza o via </a:t>
            </a:r>
            <a:r>
              <a:rPr lang="it-IT" dirty="0" err="1"/>
              <a:t>meet</a:t>
            </a:r>
            <a:r>
              <a:rPr lang="it-IT" dirty="0"/>
              <a:t> , per fare il punto della situazione e confrontandoci sul lavoro svolto. 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8520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2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8427D32-3936-8D2B-75FF-E9F52110D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206" y="533789"/>
            <a:ext cx="9909587" cy="9049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/>
              <a:t>ESTRAZIONE DEL DISEGNO FUNZIONALE DA MIRO </a:t>
            </a:r>
          </a:p>
        </p:txBody>
      </p:sp>
      <p:pic>
        <p:nvPicPr>
          <p:cNvPr id="4" name="Immagine 3" descr="Immagine che contiene testo, schermata, Biglietto Post-it, lavagna&#10;&#10;Descrizione generata automaticamente">
            <a:extLst>
              <a:ext uri="{FF2B5EF4-FFF2-40B4-BE49-F238E27FC236}">
                <a16:creationId xmlns:a16="http://schemas.microsoft.com/office/drawing/2014/main" id="{A8873D17-F09E-0BD6-94A3-A2D6F4EDF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888" y="1844981"/>
            <a:ext cx="7444554" cy="367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43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CDA058C5-E5EE-AFE5-CA7D-D801BF2A2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788" y="4984648"/>
            <a:ext cx="7673801" cy="10876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SCREENSHOT DI TRELLO </a:t>
            </a:r>
          </a:p>
        </p:txBody>
      </p:sp>
      <p:pic>
        <p:nvPicPr>
          <p:cNvPr id="4" name="Immagine 3" descr="Immagine che contiene testo, schermata, software, Icona del computer&#10;&#10;Descrizione generata automaticamente">
            <a:extLst>
              <a:ext uri="{FF2B5EF4-FFF2-40B4-BE49-F238E27FC236}">
                <a16:creationId xmlns:a16="http://schemas.microsoft.com/office/drawing/2014/main" id="{BEEFAFDD-9333-8079-BDBB-1D7937E93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118" y="609599"/>
            <a:ext cx="9196374" cy="455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135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0D857E-A1CB-6DCD-8F0A-FFECD380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399393"/>
            <a:ext cx="8596668" cy="1320800"/>
          </a:xfrm>
        </p:spPr>
        <p:txBody>
          <a:bodyPr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TEST CASES – 1 </a:t>
            </a:r>
          </a:p>
        </p:txBody>
      </p:sp>
      <p:graphicFrame>
        <p:nvGraphicFramePr>
          <p:cNvPr id="17" name="Segnaposto contenuto 16">
            <a:extLst>
              <a:ext uri="{FF2B5EF4-FFF2-40B4-BE49-F238E27FC236}">
                <a16:creationId xmlns:a16="http://schemas.microsoft.com/office/drawing/2014/main" id="{8356D757-8C17-9696-CD4C-B4267FCE47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3951536"/>
              </p:ext>
            </p:extLst>
          </p:nvPr>
        </p:nvGraphicFramePr>
        <p:xfrm>
          <a:off x="580005" y="1233054"/>
          <a:ext cx="4728265" cy="678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386">
                  <a:extLst>
                    <a:ext uri="{9D8B030D-6E8A-4147-A177-3AD203B41FA5}">
                      <a16:colId xmlns:a16="http://schemas.microsoft.com/office/drawing/2014/main" val="3532724814"/>
                    </a:ext>
                  </a:extLst>
                </a:gridCol>
                <a:gridCol w="4209879">
                  <a:extLst>
                    <a:ext uri="{9D8B030D-6E8A-4147-A177-3AD203B41FA5}">
                      <a16:colId xmlns:a16="http://schemas.microsoft.com/office/drawing/2014/main" val="2753754231"/>
                    </a:ext>
                  </a:extLst>
                </a:gridCol>
              </a:tblGrid>
              <a:tr h="390848">
                <a:tc>
                  <a:txBody>
                    <a:bodyPr/>
                    <a:lstStyle/>
                    <a:p>
                      <a:r>
                        <a:rPr lang="it-IT" sz="18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TITLE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532703"/>
                  </a:ext>
                </a:extLst>
              </a:tr>
              <a:tr h="287811">
                <a:tc>
                  <a:txBody>
                    <a:bodyPr/>
                    <a:lstStyle/>
                    <a:p>
                      <a:r>
                        <a:rPr lang="it-IT" sz="1050" dirty="0"/>
                        <a:t>COO1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/>
                        <a:t>VISUALIZZAZIONE INFO CHAT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402272"/>
                  </a:ext>
                </a:extLst>
              </a:tr>
            </a:tbl>
          </a:graphicData>
        </a:graphic>
      </p:graphicFrame>
      <p:graphicFrame>
        <p:nvGraphicFramePr>
          <p:cNvPr id="18" name="Tabella 17">
            <a:extLst>
              <a:ext uri="{FF2B5EF4-FFF2-40B4-BE49-F238E27FC236}">
                <a16:creationId xmlns:a16="http://schemas.microsoft.com/office/drawing/2014/main" id="{655AEB48-888D-096B-F74C-D71F1835C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160673"/>
              </p:ext>
            </p:extLst>
          </p:nvPr>
        </p:nvGraphicFramePr>
        <p:xfrm>
          <a:off x="580005" y="1911713"/>
          <a:ext cx="4728265" cy="1517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525">
                  <a:extLst>
                    <a:ext uri="{9D8B030D-6E8A-4147-A177-3AD203B41FA5}">
                      <a16:colId xmlns:a16="http://schemas.microsoft.com/office/drawing/2014/main" val="3988193902"/>
                    </a:ext>
                  </a:extLst>
                </a:gridCol>
                <a:gridCol w="2033161">
                  <a:extLst>
                    <a:ext uri="{9D8B030D-6E8A-4147-A177-3AD203B41FA5}">
                      <a16:colId xmlns:a16="http://schemas.microsoft.com/office/drawing/2014/main" val="2580815261"/>
                    </a:ext>
                  </a:extLst>
                </a:gridCol>
                <a:gridCol w="2182579">
                  <a:extLst>
                    <a:ext uri="{9D8B030D-6E8A-4147-A177-3AD203B41FA5}">
                      <a16:colId xmlns:a16="http://schemas.microsoft.com/office/drawing/2014/main" val="1872206721"/>
                    </a:ext>
                  </a:extLst>
                </a:gridCol>
              </a:tblGrid>
              <a:tr h="52505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EXPECTED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536649"/>
                  </a:ext>
                </a:extLst>
              </a:tr>
              <a:tr h="300028">
                <a:tc>
                  <a:txBody>
                    <a:bodyPr/>
                    <a:lstStyle/>
                    <a:p>
                      <a:r>
                        <a:rPr lang="it-IT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entra nell’app </a:t>
                      </a:r>
                      <a:endParaRPr lang="it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visualizza lista chat</a:t>
                      </a:r>
                      <a:endParaRPr lang="it-IT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339947"/>
                  </a:ext>
                </a:extLst>
              </a:tr>
              <a:tr h="346105">
                <a:tc>
                  <a:txBody>
                    <a:bodyPr/>
                    <a:lstStyle/>
                    <a:p>
                      <a:r>
                        <a:rPr lang="it-IT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clicca su nome chat</a:t>
                      </a:r>
                      <a:endParaRPr lang="it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visualizza interfaccia</a:t>
                      </a:r>
                      <a:endParaRPr lang="it-IT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803155"/>
                  </a:ext>
                </a:extLst>
              </a:tr>
              <a:tr h="346105">
                <a:tc>
                  <a:txBody>
                    <a:bodyPr/>
                    <a:lstStyle/>
                    <a:p>
                      <a:r>
                        <a:rPr lang="it-IT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clicca su nome chat</a:t>
                      </a:r>
                      <a:endParaRPr lang="it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visualizza info</a:t>
                      </a:r>
                      <a:endParaRPr lang="it-IT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922991"/>
                  </a:ext>
                </a:extLst>
              </a:tr>
            </a:tbl>
          </a:graphicData>
        </a:graphic>
      </p:graphicFrame>
      <p:graphicFrame>
        <p:nvGraphicFramePr>
          <p:cNvPr id="19" name="Segnaposto contenuto 16">
            <a:extLst>
              <a:ext uri="{FF2B5EF4-FFF2-40B4-BE49-F238E27FC236}">
                <a16:creationId xmlns:a16="http://schemas.microsoft.com/office/drawing/2014/main" id="{5DB3259B-B9A4-19A4-A7F5-7AACF3FDB6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6210737"/>
              </p:ext>
            </p:extLst>
          </p:nvPr>
        </p:nvGraphicFramePr>
        <p:xfrm>
          <a:off x="5755667" y="1233054"/>
          <a:ext cx="4728265" cy="706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386">
                  <a:extLst>
                    <a:ext uri="{9D8B030D-6E8A-4147-A177-3AD203B41FA5}">
                      <a16:colId xmlns:a16="http://schemas.microsoft.com/office/drawing/2014/main" val="3532724814"/>
                    </a:ext>
                  </a:extLst>
                </a:gridCol>
                <a:gridCol w="4209879">
                  <a:extLst>
                    <a:ext uri="{9D8B030D-6E8A-4147-A177-3AD203B41FA5}">
                      <a16:colId xmlns:a16="http://schemas.microsoft.com/office/drawing/2014/main" val="2753754231"/>
                    </a:ext>
                  </a:extLst>
                </a:gridCol>
              </a:tblGrid>
              <a:tr h="418633">
                <a:tc>
                  <a:txBody>
                    <a:bodyPr/>
                    <a:lstStyle/>
                    <a:p>
                      <a:r>
                        <a:rPr lang="it-IT" sz="18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TITLE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532703"/>
                  </a:ext>
                </a:extLst>
              </a:tr>
              <a:tr h="287811">
                <a:tc>
                  <a:txBody>
                    <a:bodyPr/>
                    <a:lstStyle/>
                    <a:p>
                      <a:r>
                        <a:rPr lang="it-IT" sz="1050" dirty="0"/>
                        <a:t>COO2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/>
                        <a:t>INVIO MESSAGGIO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402272"/>
                  </a:ext>
                </a:extLst>
              </a:tr>
            </a:tbl>
          </a:graphicData>
        </a:graphic>
      </p:graphicFrame>
      <p:graphicFrame>
        <p:nvGraphicFramePr>
          <p:cNvPr id="25" name="Tabella 24">
            <a:extLst>
              <a:ext uri="{FF2B5EF4-FFF2-40B4-BE49-F238E27FC236}">
                <a16:creationId xmlns:a16="http://schemas.microsoft.com/office/drawing/2014/main" id="{E7E9C256-E45A-B73D-BE62-E349BEFB7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639653"/>
              </p:ext>
            </p:extLst>
          </p:nvPr>
        </p:nvGraphicFramePr>
        <p:xfrm>
          <a:off x="5755667" y="1911712"/>
          <a:ext cx="4728265" cy="1236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525">
                  <a:extLst>
                    <a:ext uri="{9D8B030D-6E8A-4147-A177-3AD203B41FA5}">
                      <a16:colId xmlns:a16="http://schemas.microsoft.com/office/drawing/2014/main" val="3988193902"/>
                    </a:ext>
                  </a:extLst>
                </a:gridCol>
                <a:gridCol w="2033161">
                  <a:extLst>
                    <a:ext uri="{9D8B030D-6E8A-4147-A177-3AD203B41FA5}">
                      <a16:colId xmlns:a16="http://schemas.microsoft.com/office/drawing/2014/main" val="2580815261"/>
                    </a:ext>
                  </a:extLst>
                </a:gridCol>
                <a:gridCol w="2182579">
                  <a:extLst>
                    <a:ext uri="{9D8B030D-6E8A-4147-A177-3AD203B41FA5}">
                      <a16:colId xmlns:a16="http://schemas.microsoft.com/office/drawing/2014/main" val="1872206721"/>
                    </a:ext>
                  </a:extLst>
                </a:gridCol>
              </a:tblGrid>
              <a:tr h="52505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EXPECTED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536649"/>
                  </a:ext>
                </a:extLst>
              </a:tr>
              <a:tr h="300028">
                <a:tc>
                  <a:txBody>
                    <a:bodyPr/>
                    <a:lstStyle/>
                    <a:p>
                      <a:r>
                        <a:rPr lang="it-IT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Prerequisiti </a:t>
                      </a:r>
                      <a:endParaRPr lang="it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dirty="0"/>
                        <a:t>Essere in interfaccia chat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339947"/>
                  </a:ext>
                </a:extLst>
              </a:tr>
              <a:tr h="346105">
                <a:tc>
                  <a:txBody>
                    <a:bodyPr/>
                    <a:lstStyle/>
                    <a:p>
                      <a:r>
                        <a:rPr lang="it-IT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dirty="0"/>
                        <a:t>Scrivo messaggio e premo invio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dirty="0"/>
                        <a:t>Visualizzo messaggio per tutti i membri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803155"/>
                  </a:ext>
                </a:extLst>
              </a:tr>
            </a:tbl>
          </a:graphicData>
        </a:graphic>
      </p:graphicFrame>
      <p:graphicFrame>
        <p:nvGraphicFramePr>
          <p:cNvPr id="26" name="Segnaposto contenuto 16">
            <a:extLst>
              <a:ext uri="{FF2B5EF4-FFF2-40B4-BE49-F238E27FC236}">
                <a16:creationId xmlns:a16="http://schemas.microsoft.com/office/drawing/2014/main" id="{95CA11D3-2556-C54A-FEBD-4264FB72BA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444311"/>
              </p:ext>
            </p:extLst>
          </p:nvPr>
        </p:nvGraphicFramePr>
        <p:xfrm>
          <a:off x="580005" y="4107660"/>
          <a:ext cx="4728265" cy="706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386">
                  <a:extLst>
                    <a:ext uri="{9D8B030D-6E8A-4147-A177-3AD203B41FA5}">
                      <a16:colId xmlns:a16="http://schemas.microsoft.com/office/drawing/2014/main" val="3532724814"/>
                    </a:ext>
                  </a:extLst>
                </a:gridCol>
                <a:gridCol w="4209879">
                  <a:extLst>
                    <a:ext uri="{9D8B030D-6E8A-4147-A177-3AD203B41FA5}">
                      <a16:colId xmlns:a16="http://schemas.microsoft.com/office/drawing/2014/main" val="2753754231"/>
                    </a:ext>
                  </a:extLst>
                </a:gridCol>
              </a:tblGrid>
              <a:tr h="418633">
                <a:tc>
                  <a:txBody>
                    <a:bodyPr/>
                    <a:lstStyle/>
                    <a:p>
                      <a:r>
                        <a:rPr lang="it-IT" sz="18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TITLE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532703"/>
                  </a:ext>
                </a:extLst>
              </a:tr>
              <a:tr h="287811">
                <a:tc>
                  <a:txBody>
                    <a:bodyPr/>
                    <a:lstStyle/>
                    <a:p>
                      <a:r>
                        <a:rPr lang="it-IT" sz="1050" dirty="0"/>
                        <a:t>COO3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/>
                        <a:t>ESCI DALLA CHAT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402272"/>
                  </a:ext>
                </a:extLst>
              </a:tr>
            </a:tbl>
          </a:graphicData>
        </a:graphic>
      </p:graphicFrame>
      <p:graphicFrame>
        <p:nvGraphicFramePr>
          <p:cNvPr id="27" name="Tabella 26">
            <a:extLst>
              <a:ext uri="{FF2B5EF4-FFF2-40B4-BE49-F238E27FC236}">
                <a16:creationId xmlns:a16="http://schemas.microsoft.com/office/drawing/2014/main" id="{67500C81-03B1-9395-ED7A-57DB574CA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102548"/>
              </p:ext>
            </p:extLst>
          </p:nvPr>
        </p:nvGraphicFramePr>
        <p:xfrm>
          <a:off x="580005" y="4786318"/>
          <a:ext cx="4728265" cy="1236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525">
                  <a:extLst>
                    <a:ext uri="{9D8B030D-6E8A-4147-A177-3AD203B41FA5}">
                      <a16:colId xmlns:a16="http://schemas.microsoft.com/office/drawing/2014/main" val="3988193902"/>
                    </a:ext>
                  </a:extLst>
                </a:gridCol>
                <a:gridCol w="2033161">
                  <a:extLst>
                    <a:ext uri="{9D8B030D-6E8A-4147-A177-3AD203B41FA5}">
                      <a16:colId xmlns:a16="http://schemas.microsoft.com/office/drawing/2014/main" val="2580815261"/>
                    </a:ext>
                  </a:extLst>
                </a:gridCol>
                <a:gridCol w="2182579">
                  <a:extLst>
                    <a:ext uri="{9D8B030D-6E8A-4147-A177-3AD203B41FA5}">
                      <a16:colId xmlns:a16="http://schemas.microsoft.com/office/drawing/2014/main" val="1872206721"/>
                    </a:ext>
                  </a:extLst>
                </a:gridCol>
              </a:tblGrid>
              <a:tr h="52505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EXPECTED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536649"/>
                  </a:ext>
                </a:extLst>
              </a:tr>
              <a:tr h="300028">
                <a:tc>
                  <a:txBody>
                    <a:bodyPr/>
                    <a:lstStyle/>
                    <a:p>
                      <a:r>
                        <a:rPr lang="it-IT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Prerequisiti </a:t>
                      </a:r>
                      <a:endParaRPr lang="it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dirty="0"/>
                        <a:t>Essere in pagina info chat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339947"/>
                  </a:ext>
                </a:extLst>
              </a:tr>
              <a:tr h="346105">
                <a:tc>
                  <a:txBody>
                    <a:bodyPr/>
                    <a:lstStyle/>
                    <a:p>
                      <a:r>
                        <a:rPr lang="it-IT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dirty="0"/>
                        <a:t>Clicca su “Esci“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dirty="0"/>
                        <a:t>La chat non capare più nella lista chat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803155"/>
                  </a:ext>
                </a:extLst>
              </a:tr>
            </a:tbl>
          </a:graphicData>
        </a:graphic>
      </p:graphicFrame>
      <p:graphicFrame>
        <p:nvGraphicFramePr>
          <p:cNvPr id="28" name="Segnaposto contenuto 16">
            <a:extLst>
              <a:ext uri="{FF2B5EF4-FFF2-40B4-BE49-F238E27FC236}">
                <a16:creationId xmlns:a16="http://schemas.microsoft.com/office/drawing/2014/main" id="{08860CE3-7830-8DA6-24E7-94C7738FEF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44399"/>
              </p:ext>
            </p:extLst>
          </p:nvPr>
        </p:nvGraphicFramePr>
        <p:xfrm>
          <a:off x="5755667" y="3986151"/>
          <a:ext cx="4728265" cy="678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386">
                  <a:extLst>
                    <a:ext uri="{9D8B030D-6E8A-4147-A177-3AD203B41FA5}">
                      <a16:colId xmlns:a16="http://schemas.microsoft.com/office/drawing/2014/main" val="3532724814"/>
                    </a:ext>
                  </a:extLst>
                </a:gridCol>
                <a:gridCol w="4209879">
                  <a:extLst>
                    <a:ext uri="{9D8B030D-6E8A-4147-A177-3AD203B41FA5}">
                      <a16:colId xmlns:a16="http://schemas.microsoft.com/office/drawing/2014/main" val="2753754231"/>
                    </a:ext>
                  </a:extLst>
                </a:gridCol>
              </a:tblGrid>
              <a:tr h="390848">
                <a:tc>
                  <a:txBody>
                    <a:bodyPr/>
                    <a:lstStyle/>
                    <a:p>
                      <a:r>
                        <a:rPr lang="it-IT" sz="18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TITLE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532703"/>
                  </a:ext>
                </a:extLst>
              </a:tr>
              <a:tr h="287811">
                <a:tc>
                  <a:txBody>
                    <a:bodyPr/>
                    <a:lstStyle/>
                    <a:p>
                      <a:r>
                        <a:rPr lang="it-IT" sz="1050" dirty="0"/>
                        <a:t>COO4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/>
                        <a:t>CREA GRUPPO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402272"/>
                  </a:ext>
                </a:extLst>
              </a:tr>
            </a:tbl>
          </a:graphicData>
        </a:graphic>
      </p:graphicFrame>
      <p:graphicFrame>
        <p:nvGraphicFramePr>
          <p:cNvPr id="29" name="Tabella 28">
            <a:extLst>
              <a:ext uri="{FF2B5EF4-FFF2-40B4-BE49-F238E27FC236}">
                <a16:creationId xmlns:a16="http://schemas.microsoft.com/office/drawing/2014/main" id="{E7083770-5988-A748-85D7-760E016EC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962956"/>
              </p:ext>
            </p:extLst>
          </p:nvPr>
        </p:nvGraphicFramePr>
        <p:xfrm>
          <a:off x="5755667" y="4664810"/>
          <a:ext cx="4728264" cy="1994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524">
                  <a:extLst>
                    <a:ext uri="{9D8B030D-6E8A-4147-A177-3AD203B41FA5}">
                      <a16:colId xmlns:a16="http://schemas.microsoft.com/office/drawing/2014/main" val="3988193902"/>
                    </a:ext>
                  </a:extLst>
                </a:gridCol>
                <a:gridCol w="2033161">
                  <a:extLst>
                    <a:ext uri="{9D8B030D-6E8A-4147-A177-3AD203B41FA5}">
                      <a16:colId xmlns:a16="http://schemas.microsoft.com/office/drawing/2014/main" val="2580815261"/>
                    </a:ext>
                  </a:extLst>
                </a:gridCol>
                <a:gridCol w="2182579">
                  <a:extLst>
                    <a:ext uri="{9D8B030D-6E8A-4147-A177-3AD203B41FA5}">
                      <a16:colId xmlns:a16="http://schemas.microsoft.com/office/drawing/2014/main" val="1872206721"/>
                    </a:ext>
                  </a:extLst>
                </a:gridCol>
              </a:tblGrid>
              <a:tr h="52505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EXPECTED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536649"/>
                  </a:ext>
                </a:extLst>
              </a:tr>
              <a:tr h="300028">
                <a:tc>
                  <a:txBody>
                    <a:bodyPr/>
                    <a:lstStyle/>
                    <a:p>
                      <a:r>
                        <a:rPr lang="it-IT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Entra nell’app</a:t>
                      </a:r>
                      <a:endParaRPr lang="it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dirty="0"/>
                        <a:t>Visualizza lista chat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339947"/>
                  </a:ext>
                </a:extLst>
              </a:tr>
              <a:tr h="346105">
                <a:tc>
                  <a:txBody>
                    <a:bodyPr/>
                    <a:lstStyle/>
                    <a:p>
                      <a:r>
                        <a:rPr lang="it-IT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Clicca “crea gruppo“</a:t>
                      </a:r>
                      <a:endParaRPr lang="it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Vai nella pagina crea gruppo</a:t>
                      </a:r>
                      <a:endParaRPr lang="it-IT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803155"/>
                  </a:ext>
                </a:extLst>
              </a:tr>
              <a:tr h="346105">
                <a:tc>
                  <a:txBody>
                    <a:bodyPr/>
                    <a:lstStyle/>
                    <a:p>
                      <a:r>
                        <a:rPr lang="it-IT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Seleziona evento e utenti delle liste</a:t>
                      </a:r>
                      <a:endParaRPr lang="it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Preparazione oggetto chat</a:t>
                      </a:r>
                      <a:endParaRPr lang="it-IT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922991"/>
                  </a:ext>
                </a:extLst>
              </a:tr>
              <a:tr h="346105">
                <a:tc>
                  <a:txBody>
                    <a:bodyPr/>
                    <a:lstStyle/>
                    <a:p>
                      <a:r>
                        <a:rPr lang="it-IT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dirty="0"/>
                        <a:t>Clicca su crea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dirty="0"/>
                        <a:t>La nuova chat compare nella lista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165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9604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E9E1D1-67CE-3DE4-C7FB-31C75FB30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407558"/>
            <a:ext cx="8596668" cy="1348010"/>
          </a:xfrm>
        </p:spPr>
        <p:txBody>
          <a:bodyPr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TEST CASES – 2</a:t>
            </a:r>
            <a:endParaRPr lang="it-IT" dirty="0"/>
          </a:p>
        </p:txBody>
      </p:sp>
      <p:graphicFrame>
        <p:nvGraphicFramePr>
          <p:cNvPr id="4" name="Segnaposto contenuto 16">
            <a:extLst>
              <a:ext uri="{FF2B5EF4-FFF2-40B4-BE49-F238E27FC236}">
                <a16:creationId xmlns:a16="http://schemas.microsoft.com/office/drawing/2014/main" id="{A81D1037-CD1A-8CAA-7879-C795FCF79F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6379699"/>
              </p:ext>
            </p:extLst>
          </p:nvPr>
        </p:nvGraphicFramePr>
        <p:xfrm>
          <a:off x="677334" y="1755568"/>
          <a:ext cx="4728265" cy="706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386">
                  <a:extLst>
                    <a:ext uri="{9D8B030D-6E8A-4147-A177-3AD203B41FA5}">
                      <a16:colId xmlns:a16="http://schemas.microsoft.com/office/drawing/2014/main" val="3532724814"/>
                    </a:ext>
                  </a:extLst>
                </a:gridCol>
                <a:gridCol w="4209879">
                  <a:extLst>
                    <a:ext uri="{9D8B030D-6E8A-4147-A177-3AD203B41FA5}">
                      <a16:colId xmlns:a16="http://schemas.microsoft.com/office/drawing/2014/main" val="2753754231"/>
                    </a:ext>
                  </a:extLst>
                </a:gridCol>
              </a:tblGrid>
              <a:tr h="418633">
                <a:tc>
                  <a:txBody>
                    <a:bodyPr/>
                    <a:lstStyle/>
                    <a:p>
                      <a:r>
                        <a:rPr lang="it-IT" sz="18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TITLE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532703"/>
                  </a:ext>
                </a:extLst>
              </a:tr>
              <a:tr h="287811">
                <a:tc>
                  <a:txBody>
                    <a:bodyPr/>
                    <a:lstStyle/>
                    <a:p>
                      <a:r>
                        <a:rPr lang="it-IT" sz="1050" dirty="0"/>
                        <a:t>COO5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/>
                        <a:t>RIMUOVI “ENTITA’“ MEMBRI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402272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F4F6B1D2-DDB5-9EBF-4149-889361E5F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424876"/>
              </p:ext>
            </p:extLst>
          </p:nvPr>
        </p:nvGraphicFramePr>
        <p:xfrm>
          <a:off x="677334" y="2434226"/>
          <a:ext cx="4728265" cy="1348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525">
                  <a:extLst>
                    <a:ext uri="{9D8B030D-6E8A-4147-A177-3AD203B41FA5}">
                      <a16:colId xmlns:a16="http://schemas.microsoft.com/office/drawing/2014/main" val="3988193902"/>
                    </a:ext>
                  </a:extLst>
                </a:gridCol>
                <a:gridCol w="2033161">
                  <a:extLst>
                    <a:ext uri="{9D8B030D-6E8A-4147-A177-3AD203B41FA5}">
                      <a16:colId xmlns:a16="http://schemas.microsoft.com/office/drawing/2014/main" val="2580815261"/>
                    </a:ext>
                  </a:extLst>
                </a:gridCol>
                <a:gridCol w="2182579">
                  <a:extLst>
                    <a:ext uri="{9D8B030D-6E8A-4147-A177-3AD203B41FA5}">
                      <a16:colId xmlns:a16="http://schemas.microsoft.com/office/drawing/2014/main" val="1872206721"/>
                    </a:ext>
                  </a:extLst>
                </a:gridCol>
              </a:tblGrid>
              <a:tr h="52505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EXPECTED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536649"/>
                  </a:ext>
                </a:extLst>
              </a:tr>
              <a:tr h="300028">
                <a:tc>
                  <a:txBody>
                    <a:bodyPr/>
                    <a:lstStyle/>
                    <a:p>
                      <a:r>
                        <a:rPr lang="it-IT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Prerequisiti </a:t>
                      </a:r>
                      <a:endParaRPr lang="it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dirty="0"/>
                        <a:t>Essere in pagina info chat ed essere amministratore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339947"/>
                  </a:ext>
                </a:extLst>
              </a:tr>
              <a:tr h="346105">
                <a:tc>
                  <a:txBody>
                    <a:bodyPr/>
                    <a:lstStyle/>
                    <a:p>
                      <a:r>
                        <a:rPr lang="it-IT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dirty="0"/>
                        <a:t>Clicca su “Rimuovi“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dirty="0"/>
                        <a:t>Non comprare più nella lista membri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803155"/>
                  </a:ext>
                </a:extLst>
              </a:tr>
            </a:tbl>
          </a:graphicData>
        </a:graphic>
      </p:graphicFrame>
      <p:graphicFrame>
        <p:nvGraphicFramePr>
          <p:cNvPr id="7" name="Segnaposto contenuto 16">
            <a:extLst>
              <a:ext uri="{FF2B5EF4-FFF2-40B4-BE49-F238E27FC236}">
                <a16:creationId xmlns:a16="http://schemas.microsoft.com/office/drawing/2014/main" id="{D1C89996-6AEC-6E97-AE5A-9B181BB205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8781346"/>
              </p:ext>
            </p:extLst>
          </p:nvPr>
        </p:nvGraphicFramePr>
        <p:xfrm>
          <a:off x="6096000" y="1755568"/>
          <a:ext cx="4728265" cy="706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386">
                  <a:extLst>
                    <a:ext uri="{9D8B030D-6E8A-4147-A177-3AD203B41FA5}">
                      <a16:colId xmlns:a16="http://schemas.microsoft.com/office/drawing/2014/main" val="3532724814"/>
                    </a:ext>
                  </a:extLst>
                </a:gridCol>
                <a:gridCol w="4209879">
                  <a:extLst>
                    <a:ext uri="{9D8B030D-6E8A-4147-A177-3AD203B41FA5}">
                      <a16:colId xmlns:a16="http://schemas.microsoft.com/office/drawing/2014/main" val="2753754231"/>
                    </a:ext>
                  </a:extLst>
                </a:gridCol>
              </a:tblGrid>
              <a:tr h="418633">
                <a:tc>
                  <a:txBody>
                    <a:bodyPr/>
                    <a:lstStyle/>
                    <a:p>
                      <a:r>
                        <a:rPr lang="it-IT" sz="18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TITLE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532703"/>
                  </a:ext>
                </a:extLst>
              </a:tr>
              <a:tr h="287811">
                <a:tc>
                  <a:txBody>
                    <a:bodyPr/>
                    <a:lstStyle/>
                    <a:p>
                      <a:r>
                        <a:rPr lang="it-IT" sz="1050" dirty="0"/>
                        <a:t>COO6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/>
                        <a:t>RENDI AMMINASTRATORE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402272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35A82CF8-8880-9156-5AE5-77A295B92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151177"/>
              </p:ext>
            </p:extLst>
          </p:nvPr>
        </p:nvGraphicFramePr>
        <p:xfrm>
          <a:off x="6096000" y="2434226"/>
          <a:ext cx="4728265" cy="1508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525">
                  <a:extLst>
                    <a:ext uri="{9D8B030D-6E8A-4147-A177-3AD203B41FA5}">
                      <a16:colId xmlns:a16="http://schemas.microsoft.com/office/drawing/2014/main" val="3988193902"/>
                    </a:ext>
                  </a:extLst>
                </a:gridCol>
                <a:gridCol w="2033161">
                  <a:extLst>
                    <a:ext uri="{9D8B030D-6E8A-4147-A177-3AD203B41FA5}">
                      <a16:colId xmlns:a16="http://schemas.microsoft.com/office/drawing/2014/main" val="2580815261"/>
                    </a:ext>
                  </a:extLst>
                </a:gridCol>
                <a:gridCol w="2182579">
                  <a:extLst>
                    <a:ext uri="{9D8B030D-6E8A-4147-A177-3AD203B41FA5}">
                      <a16:colId xmlns:a16="http://schemas.microsoft.com/office/drawing/2014/main" val="1872206721"/>
                    </a:ext>
                  </a:extLst>
                </a:gridCol>
              </a:tblGrid>
              <a:tr h="52505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EXPECTED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536649"/>
                  </a:ext>
                </a:extLst>
              </a:tr>
              <a:tr h="300028">
                <a:tc>
                  <a:txBody>
                    <a:bodyPr/>
                    <a:lstStyle/>
                    <a:p>
                      <a:r>
                        <a:rPr lang="it-IT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Prerequisiti </a:t>
                      </a:r>
                      <a:endParaRPr lang="it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dirty="0"/>
                        <a:t>Essere in pagina info chat ed essere amministratore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339947"/>
                  </a:ext>
                </a:extLst>
              </a:tr>
              <a:tr h="346105">
                <a:tc>
                  <a:txBody>
                    <a:bodyPr/>
                    <a:lstStyle/>
                    <a:p>
                      <a:r>
                        <a:rPr lang="it-IT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dirty="0"/>
                        <a:t>Clicca su “Rendi amministratore“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l’utente designato guadagna i permessi di amministratore</a:t>
                      </a:r>
                    </a:p>
                    <a:p>
                      <a:endParaRPr lang="it-IT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803155"/>
                  </a:ext>
                </a:extLst>
              </a:tr>
            </a:tbl>
          </a:graphicData>
        </a:graphic>
      </p:graphicFrame>
      <p:graphicFrame>
        <p:nvGraphicFramePr>
          <p:cNvPr id="9" name="Segnaposto contenuto 16">
            <a:extLst>
              <a:ext uri="{FF2B5EF4-FFF2-40B4-BE49-F238E27FC236}">
                <a16:creationId xmlns:a16="http://schemas.microsoft.com/office/drawing/2014/main" id="{56165DE9-007D-B1C1-AA1E-837391BC28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5680801"/>
              </p:ext>
            </p:extLst>
          </p:nvPr>
        </p:nvGraphicFramePr>
        <p:xfrm>
          <a:off x="3041466" y="4281584"/>
          <a:ext cx="4728265" cy="678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386">
                  <a:extLst>
                    <a:ext uri="{9D8B030D-6E8A-4147-A177-3AD203B41FA5}">
                      <a16:colId xmlns:a16="http://schemas.microsoft.com/office/drawing/2014/main" val="3532724814"/>
                    </a:ext>
                  </a:extLst>
                </a:gridCol>
                <a:gridCol w="4209879">
                  <a:extLst>
                    <a:ext uri="{9D8B030D-6E8A-4147-A177-3AD203B41FA5}">
                      <a16:colId xmlns:a16="http://schemas.microsoft.com/office/drawing/2014/main" val="2753754231"/>
                    </a:ext>
                  </a:extLst>
                </a:gridCol>
              </a:tblGrid>
              <a:tr h="390848">
                <a:tc>
                  <a:txBody>
                    <a:bodyPr/>
                    <a:lstStyle/>
                    <a:p>
                      <a:r>
                        <a:rPr lang="it-IT" sz="18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TITLE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532703"/>
                  </a:ext>
                </a:extLst>
              </a:tr>
              <a:tr h="287811">
                <a:tc>
                  <a:txBody>
                    <a:bodyPr/>
                    <a:lstStyle/>
                    <a:p>
                      <a:r>
                        <a:rPr lang="it-IT" sz="1050" dirty="0"/>
                        <a:t>COO7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/>
                        <a:t>AGGIUNGI MEMBRO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402272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2278014E-3067-9144-AB56-EF197DD5D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979862"/>
              </p:ext>
            </p:extLst>
          </p:nvPr>
        </p:nvGraphicFramePr>
        <p:xfrm>
          <a:off x="3041466" y="4960243"/>
          <a:ext cx="4728265" cy="1694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525">
                  <a:extLst>
                    <a:ext uri="{9D8B030D-6E8A-4147-A177-3AD203B41FA5}">
                      <a16:colId xmlns:a16="http://schemas.microsoft.com/office/drawing/2014/main" val="3988193902"/>
                    </a:ext>
                  </a:extLst>
                </a:gridCol>
                <a:gridCol w="2033161">
                  <a:extLst>
                    <a:ext uri="{9D8B030D-6E8A-4147-A177-3AD203B41FA5}">
                      <a16:colId xmlns:a16="http://schemas.microsoft.com/office/drawing/2014/main" val="2580815261"/>
                    </a:ext>
                  </a:extLst>
                </a:gridCol>
                <a:gridCol w="2182579">
                  <a:extLst>
                    <a:ext uri="{9D8B030D-6E8A-4147-A177-3AD203B41FA5}">
                      <a16:colId xmlns:a16="http://schemas.microsoft.com/office/drawing/2014/main" val="1872206721"/>
                    </a:ext>
                  </a:extLst>
                </a:gridCol>
              </a:tblGrid>
              <a:tr h="52505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EXPECTED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536649"/>
                  </a:ext>
                </a:extLst>
              </a:tr>
              <a:tr h="300028">
                <a:tc>
                  <a:txBody>
                    <a:bodyPr/>
                    <a:lstStyle/>
                    <a:p>
                      <a:r>
                        <a:rPr lang="it-IT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Prerequisiti </a:t>
                      </a:r>
                      <a:endParaRPr lang="it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essere in pagina info chat ed essere amministratori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339947"/>
                  </a:ext>
                </a:extLst>
              </a:tr>
              <a:tr h="346105">
                <a:tc>
                  <a:txBody>
                    <a:bodyPr/>
                    <a:lstStyle/>
                    <a:p>
                      <a:r>
                        <a:rPr lang="it-IT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clicca su “+”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lista utenti disponibili</a:t>
                      </a:r>
                    </a:p>
                    <a:p>
                      <a:endParaRPr lang="it-IT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803155"/>
                  </a:ext>
                </a:extLst>
              </a:tr>
              <a:tr h="346105">
                <a:tc>
                  <a:txBody>
                    <a:bodyPr/>
                    <a:lstStyle/>
                    <a:p>
                      <a:r>
                        <a:rPr lang="it-IT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clicca su “aggiungi”</a:t>
                      </a:r>
                      <a:endParaRPr lang="it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aggiunge l’utente al gruppo</a:t>
                      </a:r>
                      <a:endParaRPr lang="it-IT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922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886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2159DE-9BF7-0D99-966C-7C98BD887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767" y="239211"/>
            <a:ext cx="8363083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2500" dirty="0"/>
              <a:t>INDICAZIONE DEL DISEGNO ARCHIETTURALE SCELTO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6FF80F-B254-5DC6-14AF-DB0492724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716" y="1795667"/>
            <a:ext cx="3968867" cy="3560733"/>
          </a:xfrm>
        </p:spPr>
        <p:txBody>
          <a:bodyPr>
            <a:normAutofit/>
          </a:bodyPr>
          <a:lstStyle/>
          <a:p>
            <a:r>
              <a:rPr lang="it-IT" dirty="0"/>
              <a:t>Abbiamo seguito il pattern MVC</a:t>
            </a:r>
          </a:p>
          <a:p>
            <a:r>
              <a:rPr lang="it-IT" dirty="0"/>
              <a:t>FRONT END </a:t>
            </a:r>
            <a:r>
              <a:rPr lang="it-IT" dirty="0">
                <a:sym typeface="Wingdings" pitchFamily="2" charset="2"/>
              </a:rPr>
              <a:t></a:t>
            </a:r>
            <a:r>
              <a:rPr lang="it-IT" dirty="0"/>
              <a:t> VUE.JS </a:t>
            </a:r>
          </a:p>
          <a:p>
            <a:r>
              <a:rPr lang="it-IT" dirty="0"/>
              <a:t>BACK END </a:t>
            </a:r>
            <a:r>
              <a:rPr lang="it-IT" dirty="0">
                <a:sym typeface="Wingdings" pitchFamily="2" charset="2"/>
              </a:rPr>
              <a:t></a:t>
            </a:r>
            <a:r>
              <a:rPr lang="it-IT" dirty="0"/>
              <a:t> SPRINGBOOT</a:t>
            </a:r>
          </a:p>
          <a:p>
            <a:r>
              <a:rPr lang="it-IT" dirty="0"/>
              <a:t>DATABASE </a:t>
            </a:r>
            <a:r>
              <a:rPr lang="it-IT" dirty="0">
                <a:sym typeface="Wingdings" pitchFamily="2" charset="2"/>
              </a:rPr>
              <a:t></a:t>
            </a:r>
            <a:r>
              <a:rPr lang="it-IT" dirty="0"/>
              <a:t> MYSQL</a:t>
            </a:r>
          </a:p>
          <a:p>
            <a:endParaRPr lang="it-IT" dirty="0"/>
          </a:p>
        </p:txBody>
      </p:sp>
      <p:pic>
        <p:nvPicPr>
          <p:cNvPr id="5" name="Immagine 4" descr="Immagine che contiene testo, schermata, diagramma, design&#10;&#10;Descrizione generata automaticamente">
            <a:extLst>
              <a:ext uri="{FF2B5EF4-FFF2-40B4-BE49-F238E27FC236}">
                <a16:creationId xmlns:a16="http://schemas.microsoft.com/office/drawing/2014/main" id="{20785E00-4797-1CED-6597-3041E7AC0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103" y="1501600"/>
            <a:ext cx="4602747" cy="38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40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D8127358-F5AE-A247-DA96-2FB3E2238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it-IT" sz="3700" dirty="0">
                <a:solidFill>
                  <a:schemeClr val="accent1">
                    <a:lumMod val="75000"/>
                  </a:schemeClr>
                </a:solidFill>
              </a:rPr>
              <a:t>FUNZIONALITA’ IMPLEMENTATE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3AEC5EC4-2117-8528-70B3-6B83B738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9288"/>
              </p:ext>
            </p:extLst>
          </p:nvPr>
        </p:nvGraphicFramePr>
        <p:xfrm>
          <a:off x="4852543" y="94456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57500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EAF8D0-9A09-2EAB-EA8B-E3C0AE507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73269"/>
            <a:ext cx="8596668" cy="1404882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DETTAGLIO DI UNA FUNZIONALITA’:</a:t>
            </a:r>
            <a:br>
              <a:rPr lang="it-IT" dirty="0">
                <a:solidFill>
                  <a:schemeClr val="tx1"/>
                </a:solidFill>
              </a:rPr>
            </a:br>
            <a:r>
              <a:rPr lang="it-IT" b="1" dirty="0">
                <a:solidFill>
                  <a:srgbClr val="000000"/>
                </a:solidFill>
                <a:latin typeface="+mn-lt"/>
              </a:rPr>
              <a:t>C</a:t>
            </a:r>
            <a:r>
              <a:rPr lang="it-IT" sz="3600" b="1" i="0" u="none" strike="noStrike" dirty="0">
                <a:solidFill>
                  <a:srgbClr val="000000"/>
                </a:solidFill>
                <a:effectLst/>
                <a:latin typeface="+mn-lt"/>
              </a:rPr>
              <a:t>reazione chat di gruppo</a:t>
            </a:r>
            <a:br>
              <a:rPr lang="it-IT" sz="36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</a:br>
            <a:endParaRPr lang="it-IT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2C4862F4-29F0-A608-7CD8-7A61004E66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3587303"/>
              </p:ext>
            </p:extLst>
          </p:nvPr>
        </p:nvGraphicFramePr>
        <p:xfrm>
          <a:off x="1797666" y="2091316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1963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7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168D0B6-D9B6-83A4-8233-3EBC5227B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FEEDBACK DELLA VOSTRA ESPERIENZA </a:t>
            </a:r>
          </a:p>
        </p:txBody>
      </p:sp>
      <p:pic>
        <p:nvPicPr>
          <p:cNvPr id="7" name="Graphic 6" descr="Group of People">
            <a:extLst>
              <a:ext uri="{FF2B5EF4-FFF2-40B4-BE49-F238E27FC236}">
                <a16:creationId xmlns:a16="http://schemas.microsoft.com/office/drawing/2014/main" id="{018F093A-8103-5E23-4994-62A961CA8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251" y="1545062"/>
            <a:ext cx="3856774" cy="3856774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D3C1EA-0AFC-F5FA-5E6B-FC358F92B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it-IT">
                <a:solidFill>
                  <a:srgbClr val="FFFFFF"/>
                </a:solidFill>
                <a:effectLst/>
                <a:latin typeface=".SF NS"/>
              </a:rPr>
              <a:t>Il lavoro di gruppo è stata un’esperienza molto  formativa. La collaborazione tra tutti i membri del team è stata una sfida continua. </a:t>
            </a:r>
            <a:r>
              <a:rPr lang="it-IT">
                <a:solidFill>
                  <a:srgbClr val="FFFFFF"/>
                </a:solidFill>
                <a:latin typeface=".SF NS"/>
              </a:rPr>
              <a:t>O</a:t>
            </a:r>
            <a:r>
              <a:rPr lang="it-IT">
                <a:solidFill>
                  <a:srgbClr val="FFFFFF"/>
                </a:solidFill>
                <a:effectLst/>
                <a:latin typeface=".SF NS"/>
              </a:rPr>
              <a:t>gni membro ha contribuito in maniera </a:t>
            </a:r>
            <a:r>
              <a:rPr lang="it-IT">
                <a:solidFill>
                  <a:srgbClr val="FFFFFF"/>
                </a:solidFill>
                <a:latin typeface=".SF NS"/>
              </a:rPr>
              <a:t>eterogenea e significativa</a:t>
            </a:r>
            <a:r>
              <a:rPr lang="it-IT">
                <a:solidFill>
                  <a:srgbClr val="FFFFFF"/>
                </a:solidFill>
                <a:effectLst/>
                <a:latin typeface=".SF NS"/>
              </a:rPr>
              <a:t> al raggiungimento degli obiettivi prefissati</a:t>
            </a:r>
            <a:r>
              <a:rPr lang="it-IT">
                <a:solidFill>
                  <a:srgbClr val="FFFFFF"/>
                </a:solidFill>
                <a:latin typeface=".SF NS"/>
              </a:rPr>
              <a:t>. Questa </a:t>
            </a:r>
            <a:r>
              <a:rPr lang="it-IT">
                <a:solidFill>
                  <a:srgbClr val="FFFFFF"/>
                </a:solidFill>
                <a:effectLst/>
                <a:latin typeface=".SF NS"/>
              </a:rPr>
              <a:t>esperienza ha evidenziato l’importanza della sinergia nella comunicazione e nella collaborazione all’interno di un gruppo. Le abilità che abbiamo sviluppato ci faciliteranno le  successive</a:t>
            </a:r>
            <a:r>
              <a:rPr lang="it-IT">
                <a:solidFill>
                  <a:srgbClr val="FFFFFF"/>
                </a:solidFill>
                <a:latin typeface=".SF NS"/>
              </a:rPr>
              <a:t> </a:t>
            </a:r>
            <a:r>
              <a:rPr lang="it-IT">
                <a:solidFill>
                  <a:srgbClr val="FFFFFF"/>
                </a:solidFill>
                <a:effectLst/>
                <a:latin typeface=".SF NS"/>
              </a:rPr>
              <a:t>esperienze di team working.</a:t>
            </a:r>
          </a:p>
          <a:p>
            <a:pPr marL="0" indent="0">
              <a:buNone/>
            </a:pPr>
            <a:endParaRPr lang="it-IT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718847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433</TotalTime>
  <Words>563</Words>
  <Application>Microsoft Macintosh PowerPoint</Application>
  <PresentationFormat>Widescreen</PresentationFormat>
  <Paragraphs>140</Paragraphs>
  <Slides>11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9" baseType="lpstr">
      <vt:lpstr>.SF NS</vt:lpstr>
      <vt:lpstr>Aptos</vt:lpstr>
      <vt:lpstr>Arial</vt:lpstr>
      <vt:lpstr>Roboto Mono</vt:lpstr>
      <vt:lpstr>Trebuchet MS</vt:lpstr>
      <vt:lpstr>Wingdings</vt:lpstr>
      <vt:lpstr>Wingdings 3</vt:lpstr>
      <vt:lpstr>Sfaccettatura</vt:lpstr>
      <vt:lpstr>CREAZIONE APP EVENTO:  INTERAZIONE TRA UTENTI </vt:lpstr>
      <vt:lpstr>DISTRUBUZIONE DEL TEAM :  GLI STIRATI </vt:lpstr>
      <vt:lpstr>EVIDENZE DELLE CERIMONIE  </vt:lpstr>
      <vt:lpstr>ESTRAZIONE DEL DISEGNO FUNZIONALE DA MIRO </vt:lpstr>
      <vt:lpstr>SCREENSHOT DI TRELLO </vt:lpstr>
      <vt:lpstr>TEST CASES – 1 </vt:lpstr>
      <vt:lpstr>TEST CASES – 2</vt:lpstr>
      <vt:lpstr>INDICAZIONE DEL DISEGNO ARCHIETTURALE SCELTO </vt:lpstr>
      <vt:lpstr>FUNZIONALITA’ IMPLEMENTATE </vt:lpstr>
      <vt:lpstr>DETTAGLIO DI UNA FUNZIONALITA’: Creazione chat di gruppo </vt:lpstr>
      <vt:lpstr>FEEDBACK DELLA VOSTRA ESPERIENZA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DIGLIO ANGELO</dc:creator>
  <cp:lastModifiedBy>DIGLIO ANGELO</cp:lastModifiedBy>
  <cp:revision>13</cp:revision>
  <dcterms:created xsi:type="dcterms:W3CDTF">2024-06-14T08:24:31Z</dcterms:created>
  <dcterms:modified xsi:type="dcterms:W3CDTF">2024-08-23T17:51:31Z</dcterms:modified>
</cp:coreProperties>
</file>